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490B9A4-823C-4822-B1BC-92A02E23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1DD1583-8DBB-4240-A7AD-C64F5C4B9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A0CBC4D-4D31-44F2-B14A-2A11D1F1A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72F5341-5874-4B4A-9794-74E9DB01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5E8CE7B-64E1-4A09-B888-041478B3B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D31987C-DE19-4C21-A9C4-B4865A1C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A8C3796-F3A5-43D2-8C46-A77B01645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04DA782-4431-4F7F-B2B5-BFD289AEA7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93A4972-1430-4501-9951-AC8C7EDB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ABFB573-DE3B-45F6-B5B2-5F0B8CA8E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eauty-me-tashkent-demo.netlify.app/admin/demo/" TargetMode="External"/><Relationship Id="rId5" Type="http://schemas.openxmlformats.org/officeDocument/2006/relationships/hyperlink" Target="https://beauty-me-tashkent-demo.netlify.app/uz/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98D9AC-5F1A-4CF5-B3C9-81E7FE4687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9" r="1389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" name="Beauty Me">
            <a:extLst>
              <a:ext uri="{FF2B5EF4-FFF2-40B4-BE49-F238E27FC236}">
                <a16:creationId xmlns:a16="http://schemas.microsoft.com/office/drawing/2014/main" id="{4EF165FA-57C2-49FE-AB42-06C6D482CBBA}"/>
              </a:ext>
            </a:extLst>
          </p:cNvPr>
          <p:cNvSpPr>
            <a:spLocks noGrp="1"/>
          </p:cNvSpPr>
          <p:nvPr/>
        </p:nvSpPr>
        <p:spPr>
          <a:xfrm>
            <a:off x="647700" y="619125"/>
            <a:ext cx="5905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3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63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630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Beauty Me</a:t>
            </a:r>
          </a:p>
        </p:txBody>
      </p:sp>
      <p:sp>
        <p:nvSpPr>
          <p:cNvPr id="3" name="Salonning&#10;onlayn manzili">
            <a:extLst>
              <a:ext uri="{FF2B5EF4-FFF2-40B4-BE49-F238E27FC236}">
                <a16:creationId xmlns:a16="http://schemas.microsoft.com/office/drawing/2014/main" id="{5CAFCE1B-DA38-4F9E-806E-4AA8A9818140}"/>
              </a:ext>
            </a:extLst>
          </p:cNvPr>
          <p:cNvSpPr>
            <a:spLocks noGrp="1"/>
          </p:cNvSpPr>
          <p:nvPr/>
        </p:nvSpPr>
        <p:spPr>
          <a:xfrm>
            <a:off x="647700" y="2495550"/>
            <a:ext cx="5953125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Salonning</a:t>
            </a:r>
          </a:p>
          <a:p>
            <a: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onlayn manzili</a:t>
            </a:r>
          </a:p>
        </p:txBody>
      </p:sp>
      <p:sp>
        <p:nvSpPr>
          <p:cNvPr id="4" name="Xizmatlarni ko‘rsatish va&#10;mijozga bog‘lanishni oso">
            <a:extLst>
              <a:ext uri="{FF2B5EF4-FFF2-40B4-BE49-F238E27FC236}">
                <a16:creationId xmlns:a16="http://schemas.microsoft.com/office/drawing/2014/main" id="{550A0E10-0980-41E0-8255-0DB3148099A2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5524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Xizmatlarni ko‘rsatish va</a:t>
            </a:r>
          </a:p>
          <a:p>
            <a: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mijozga bog‘lanishni osonlashtirish</a:t>
            </a:r>
          </a:p>
        </p:txBody>
      </p:sp>
      <p:sp>
        <p:nvSpPr>
          <p:cNvPr id="5" name="Veb sayt, CRM va Telegram bot taklifi">
            <a:extLst>
              <a:ext uri="{FF2B5EF4-FFF2-40B4-BE49-F238E27FC236}">
                <a16:creationId xmlns:a16="http://schemas.microsoft.com/office/drawing/2014/main" id="{BCE48F43-AFDA-46EA-8D3F-95177AC12253}"/>
              </a:ext>
            </a:extLst>
          </p:cNvPr>
          <p:cNvSpPr>
            <a:spLocks noGrp="1"/>
          </p:cNvSpPr>
          <p:nvPr/>
        </p:nvSpPr>
        <p:spPr>
          <a:xfrm>
            <a:off x="685800" y="6038850"/>
            <a:ext cx="5667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EE6"/>
                </a:solidFill>
                <a:latin typeface="Arial"/>
                <a:ea typeface="Arial"/>
                <a:cs typeface="Arial"/>
              </a:rPr>
              <a:t>Veb sayt, CRM va Telegram bot taklifi</a:t>
            </a:r>
          </a:p>
        </p:txBody>
      </p:sp>
    </p:spTree>
    <p:extLst>
      <p:ext uri="{BB962C8B-B14F-4D97-AF65-F5344CB8AC3E}">
        <p14:creationId xmlns:p14="http://schemas.microsoft.com/office/powerpoint/2010/main" val="927009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znesga foydasi">
            <a:extLst>
              <a:ext uri="{FF2B5EF4-FFF2-40B4-BE49-F238E27FC236}">
                <a16:creationId xmlns:a16="http://schemas.microsoft.com/office/drawing/2014/main" id="{B9AA7D76-1DDF-4676-92A8-369AFCFD015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Biznesga foydasi</a:t>
            </a:r>
          </a:p>
        </p:txBody>
      </p:sp>
      <p:sp>
        <p:nvSpPr>
          <p:cNvPr id="2" name="01">
            <a:extLst>
              <a:ext uri="{FF2B5EF4-FFF2-40B4-BE49-F238E27FC236}">
                <a16:creationId xmlns:a16="http://schemas.microsoft.com/office/drawing/2014/main" id="{8B0DDBF4-2F34-4269-A0C5-5C46F111A5B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Ko‘proq ishonch">
            <a:extLst>
              <a:ext uri="{FF2B5EF4-FFF2-40B4-BE49-F238E27FC236}">
                <a16:creationId xmlns:a16="http://schemas.microsoft.com/office/drawing/2014/main" id="{1732056F-924B-460C-897B-7DB4B2557ED5}"/>
              </a:ext>
            </a:extLst>
          </p:cNvPr>
          <p:cNvSpPr>
            <a:spLocks noGrp="1"/>
          </p:cNvSpPr>
          <p:nvPr/>
        </p:nvSpPr>
        <p:spPr>
          <a:xfrm>
            <a:off x="1285875" y="152400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Ko‘proq ishonch</a:t>
            </a:r>
          </a:p>
        </p:txBody>
      </p:sp>
      <p:sp>
        <p:nvSpPr>
          <p:cNvPr id="4" name="Salonning haqiqiy ishlari va xizmatlari&#10;mijozga ta">
            <a:extLst>
              <a:ext uri="{FF2B5EF4-FFF2-40B4-BE49-F238E27FC236}">
                <a16:creationId xmlns:a16="http://schemas.microsoft.com/office/drawing/2014/main" id="{155A8599-59E1-4BA4-A3BC-1B3D78980D37}"/>
              </a:ext>
            </a:extLst>
          </p:cNvPr>
          <p:cNvSpPr>
            <a:spLocks noGrp="1"/>
          </p:cNvSpPr>
          <p:nvPr/>
        </p:nvSpPr>
        <p:spPr>
          <a:xfrm>
            <a:off x="1285875" y="1924050"/>
            <a:ext cx="4324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Salonning haqiqiy ishlari va xizmatlari</a:t>
            </a:r>
          </a:p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mijozga tanlashda yordam beradi.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72DEEC94-9E43-4189-883E-9A64C21056E7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Yozilish osonroq">
            <a:extLst>
              <a:ext uri="{FF2B5EF4-FFF2-40B4-BE49-F238E27FC236}">
                <a16:creationId xmlns:a16="http://schemas.microsoft.com/office/drawing/2014/main" id="{CC241DDC-B01D-43A4-B9C5-FFD9C188F63C}"/>
              </a:ext>
            </a:extLst>
          </p:cNvPr>
          <p:cNvSpPr>
            <a:spLocks noGrp="1"/>
          </p:cNvSpPr>
          <p:nvPr/>
        </p:nvSpPr>
        <p:spPr>
          <a:xfrm>
            <a:off x="1285875" y="274320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Yozilish osonroq</a:t>
            </a:r>
          </a:p>
        </p:txBody>
      </p:sp>
      <p:sp>
        <p:nvSpPr>
          <p:cNvPr id="7" name="Xizmatni tanlash, Telegram yoki&#10;telefon orqali bog">
            <a:extLst>
              <a:ext uri="{FF2B5EF4-FFF2-40B4-BE49-F238E27FC236}">
                <a16:creationId xmlns:a16="http://schemas.microsoft.com/office/drawing/2014/main" id="{F5828A0A-183D-494C-9471-91321E222B06}"/>
              </a:ext>
            </a:extLst>
          </p:cNvPr>
          <p:cNvSpPr>
            <a:spLocks noGrp="1"/>
          </p:cNvSpPr>
          <p:nvPr/>
        </p:nvSpPr>
        <p:spPr>
          <a:xfrm>
            <a:off x="1285875" y="3143250"/>
            <a:ext cx="4324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Xizmatni tanlash, Telegram yoki</a:t>
            </a:r>
          </a:p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telefon orqali bog‘lanish bir joyda.</a:t>
            </a:r>
          </a:p>
        </p:txBody>
      </p:sp>
      <p:sp>
        <p:nvSpPr>
          <p:cNvPr id="8" name="03">
            <a:extLst>
              <a:ext uri="{FF2B5EF4-FFF2-40B4-BE49-F238E27FC236}">
                <a16:creationId xmlns:a16="http://schemas.microsoft.com/office/drawing/2014/main" id="{6A349B9E-1B03-4622-9CBC-BA746A0CA2CB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Kamroq takroriy savol">
            <a:extLst>
              <a:ext uri="{FF2B5EF4-FFF2-40B4-BE49-F238E27FC236}">
                <a16:creationId xmlns:a16="http://schemas.microsoft.com/office/drawing/2014/main" id="{10AE8661-DE5E-4C21-8E3E-B0AC3DA9D5FD}"/>
              </a:ext>
            </a:extLst>
          </p:cNvPr>
          <p:cNvSpPr>
            <a:spLocks noGrp="1"/>
          </p:cNvSpPr>
          <p:nvPr/>
        </p:nvSpPr>
        <p:spPr>
          <a:xfrm>
            <a:off x="1285875" y="396240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Kamroq takroriy savol</a:t>
            </a:r>
          </a:p>
        </p:txBody>
      </p:sp>
      <p:sp>
        <p:nvSpPr>
          <p:cNvPr id="10" name="Xizmatlar, manzil va aloqa ma’lumotini&#10;mijoz saytn">
            <a:extLst>
              <a:ext uri="{FF2B5EF4-FFF2-40B4-BE49-F238E27FC236}">
                <a16:creationId xmlns:a16="http://schemas.microsoft.com/office/drawing/2014/main" id="{429DC201-60E7-4173-BE11-FDE2CC6EDE2B}"/>
              </a:ext>
            </a:extLst>
          </p:cNvPr>
          <p:cNvSpPr>
            <a:spLocks noGrp="1"/>
          </p:cNvSpPr>
          <p:nvPr/>
        </p:nvSpPr>
        <p:spPr>
          <a:xfrm>
            <a:off x="1285875" y="4362450"/>
            <a:ext cx="4324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Xizmatlar, manzil va aloqa ma’lumotini</a:t>
            </a:r>
          </a:p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 saytning o‘zida ko‘radi.</a:t>
            </a:r>
          </a:p>
        </p:txBody>
      </p:sp>
      <p:sp>
        <p:nvSpPr>
          <p:cNvPr id="11" name="04">
            <a:extLst>
              <a:ext uri="{FF2B5EF4-FFF2-40B4-BE49-F238E27FC236}">
                <a16:creationId xmlns:a16="http://schemas.microsoft.com/office/drawing/2014/main" id="{11A04374-D020-451C-99BA-573969B83856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Reklama uchun bitta havola">
            <a:extLst>
              <a:ext uri="{FF2B5EF4-FFF2-40B4-BE49-F238E27FC236}">
                <a16:creationId xmlns:a16="http://schemas.microsoft.com/office/drawing/2014/main" id="{FC0FB210-B4E2-4544-8271-70202B43D497}"/>
              </a:ext>
            </a:extLst>
          </p:cNvPr>
          <p:cNvSpPr>
            <a:spLocks noGrp="1"/>
          </p:cNvSpPr>
          <p:nvPr/>
        </p:nvSpPr>
        <p:spPr>
          <a:xfrm>
            <a:off x="1285875" y="518160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Reklama uchun bitta havola</a:t>
            </a:r>
          </a:p>
        </p:txBody>
      </p:sp>
      <p:sp>
        <p:nvSpPr>
          <p:cNvPr id="13" name="Instagram bio, QR va reklama&#10;mijozni bir manzilga ">
            <a:extLst>
              <a:ext uri="{FF2B5EF4-FFF2-40B4-BE49-F238E27FC236}">
                <a16:creationId xmlns:a16="http://schemas.microsoft.com/office/drawing/2014/main" id="{2D3E880F-FA53-4DF2-A110-0975E9181C79}"/>
              </a:ext>
            </a:extLst>
          </p:cNvPr>
          <p:cNvSpPr>
            <a:spLocks noGrp="1"/>
          </p:cNvSpPr>
          <p:nvPr/>
        </p:nvSpPr>
        <p:spPr>
          <a:xfrm>
            <a:off x="1285875" y="5581650"/>
            <a:ext cx="43243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Instagram bio, QR va reklama</a:t>
            </a:r>
          </a:p>
          <a:p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mijozni bir manzilga olib keladi.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3B600D-B966-41BD-B2E6-B0214E273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72281" y="1609725"/>
            <a:ext cx="5800513" cy="3838575"/>
          </a:xfrm>
          <a:prstGeom prst="rect">
            <a:avLst/>
          </a:prstGeom>
        </p:spPr>
      </p:pic>
      <p:sp>
        <p:nvSpPr>
          <p:cNvPr id="15" name="Beauty Me uslubiga mos ranglar,&#10;yirik suratlar va ">
            <a:extLst>
              <a:ext uri="{FF2B5EF4-FFF2-40B4-BE49-F238E27FC236}">
                <a16:creationId xmlns:a16="http://schemas.microsoft.com/office/drawing/2014/main" id="{C863A295-2946-413C-A004-FF814128E1FC}"/>
              </a:ext>
            </a:extLst>
          </p:cNvPr>
          <p:cNvSpPr>
            <a:spLocks noGrp="1"/>
          </p:cNvSpPr>
          <p:nvPr/>
        </p:nvSpPr>
        <p:spPr>
          <a:xfrm>
            <a:off x="6172200" y="5715000"/>
            <a:ext cx="52197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Beauty Me uslubiga mos ranglar,</a:t>
            </a:r>
          </a:p>
          <a:p>
            <a: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yirik suratlar va aniq yozilish tugmasi</a:t>
            </a:r>
          </a:p>
        </p:txBody>
      </p:sp>
    </p:spTree>
    <p:extLst>
      <p:ext uri="{BB962C8B-B14F-4D97-AF65-F5344CB8AC3E}">
        <p14:creationId xmlns:p14="http://schemas.microsoft.com/office/powerpoint/2010/main" val="163943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ijoz uchun qulay ko‘rinish">
            <a:extLst>
              <a:ext uri="{FF2B5EF4-FFF2-40B4-BE49-F238E27FC236}">
                <a16:creationId xmlns:a16="http://schemas.microsoft.com/office/drawing/2014/main" id="{30C4DFE4-C343-4E1C-9D2D-B3B83171FBE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37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Mijoz uchun qulay ko‘rinish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CC78A6-F2A4-4363-AA39-6685E37FC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67290"/>
            <a:ext cx="2200275" cy="47616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4C4D73-A0F3-4657-9B3E-94C52D45F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67050" y="1467290"/>
            <a:ext cx="2200275" cy="4761621"/>
          </a:xfrm>
          <a:prstGeom prst="rect">
            <a:avLst/>
          </a:prstGeom>
        </p:spPr>
      </p:pic>
      <p:sp>
        <p:nvSpPr>
          <p:cNvPr id="4" name="6 xizmat yo‘nalishi">
            <a:extLst>
              <a:ext uri="{FF2B5EF4-FFF2-40B4-BE49-F238E27FC236}">
                <a16:creationId xmlns:a16="http://schemas.microsoft.com/office/drawing/2014/main" id="{940400D9-D672-4238-8DCA-9B70BBB7A693}"/>
              </a:ext>
            </a:extLst>
          </p:cNvPr>
          <p:cNvSpPr>
            <a:spLocks noGrp="1"/>
          </p:cNvSpPr>
          <p:nvPr/>
        </p:nvSpPr>
        <p:spPr>
          <a:xfrm>
            <a:off x="5905500" y="1562100"/>
            <a:ext cx="5581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6 xizmat yo‘nalishi</a:t>
            </a:r>
          </a:p>
        </p:txBody>
      </p:sp>
      <p:sp>
        <p:nvSpPr>
          <p:cNvPr id="5" name="Soch, tirnoq, kosmetologiya, qosh va&#10;kiprik, makiy">
            <a:extLst>
              <a:ext uri="{FF2B5EF4-FFF2-40B4-BE49-F238E27FC236}">
                <a16:creationId xmlns:a16="http://schemas.microsoft.com/office/drawing/2014/main" id="{E939CCC9-82A3-42A4-A795-48F191641D66}"/>
              </a:ext>
            </a:extLst>
          </p:cNvPr>
          <p:cNvSpPr>
            <a:spLocks noGrp="1"/>
          </p:cNvSpPr>
          <p:nvPr/>
        </p:nvSpPr>
        <p:spPr>
          <a:xfrm>
            <a:off x="5905500" y="2114550"/>
            <a:ext cx="5429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Soch, tirnoq, kosmetologiya, qosh va</a:t>
            </a:r>
          </a:p>
          <a:p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kiprik, makiyaj hamda massaj</a:t>
            </a:r>
          </a:p>
        </p:txBody>
      </p:sp>
      <p:sp>
        <p:nvSpPr>
          <p:cNvPr id="6" name="Haqiqiy ishlar galereyasi">
            <a:extLst>
              <a:ext uri="{FF2B5EF4-FFF2-40B4-BE49-F238E27FC236}">
                <a16:creationId xmlns:a16="http://schemas.microsoft.com/office/drawing/2014/main" id="{B4E49A76-BFD1-49EE-997E-D413CE23A582}"/>
              </a:ext>
            </a:extLst>
          </p:cNvPr>
          <p:cNvSpPr>
            <a:spLocks noGrp="1"/>
          </p:cNvSpPr>
          <p:nvPr/>
        </p:nvSpPr>
        <p:spPr>
          <a:xfrm>
            <a:off x="5905500" y="3105150"/>
            <a:ext cx="5505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Haqiqiy ishlar galereyasi</a:t>
            </a:r>
          </a:p>
        </p:txBody>
      </p:sp>
      <p:sp>
        <p:nvSpPr>
          <p:cNvPr id="7" name="Filtrlar, suratni kattalashtirish,&#10;salon haqida va">
            <a:extLst>
              <a:ext uri="{FF2B5EF4-FFF2-40B4-BE49-F238E27FC236}">
                <a16:creationId xmlns:a16="http://schemas.microsoft.com/office/drawing/2014/main" id="{CBC4AE3E-C2C1-4D1B-850C-E9DAE13C29EA}"/>
              </a:ext>
            </a:extLst>
          </p:cNvPr>
          <p:cNvSpPr>
            <a:spLocks noGrp="1"/>
          </p:cNvSpPr>
          <p:nvPr/>
        </p:nvSpPr>
        <p:spPr>
          <a:xfrm>
            <a:off x="5905500" y="3638550"/>
            <a:ext cx="54673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Filtrlar, suratni kattalashtirish,</a:t>
            </a:r>
          </a:p>
          <a:p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salon haqida va aloqa sahifalari</a:t>
            </a:r>
          </a:p>
        </p:txBody>
      </p:sp>
      <p:sp>
        <p:nvSpPr>
          <p:cNvPr id="8" name="Telefon va kompyuter uchun">
            <a:extLst>
              <a:ext uri="{FF2B5EF4-FFF2-40B4-BE49-F238E27FC236}">
                <a16:creationId xmlns:a16="http://schemas.microsoft.com/office/drawing/2014/main" id="{269643A4-47B5-47D6-884A-8E70C57050BE}"/>
              </a:ext>
            </a:extLst>
          </p:cNvPr>
          <p:cNvSpPr>
            <a:spLocks noGrp="1"/>
          </p:cNvSpPr>
          <p:nvPr/>
        </p:nvSpPr>
        <p:spPr>
          <a:xfrm>
            <a:off x="5905500" y="4562475"/>
            <a:ext cx="5524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Telefon va kompyuter uchun</a:t>
            </a:r>
          </a:p>
        </p:txBody>
      </p:sp>
      <p:sp>
        <p:nvSpPr>
          <p:cNvPr id="9" name="UZ/RU tillari, ijodiy o‘tishlar,&#10;yozilish formasi ">
            <a:extLst>
              <a:ext uri="{FF2B5EF4-FFF2-40B4-BE49-F238E27FC236}">
                <a16:creationId xmlns:a16="http://schemas.microsoft.com/office/drawing/2014/main" id="{7D08D494-E721-4E14-A687-8C3A524D3EF9}"/>
              </a:ext>
            </a:extLst>
          </p:cNvPr>
          <p:cNvSpPr>
            <a:spLocks noGrp="1"/>
          </p:cNvSpPr>
          <p:nvPr/>
        </p:nvSpPr>
        <p:spPr>
          <a:xfrm>
            <a:off x="5905500" y="5105400"/>
            <a:ext cx="54387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UZ/RU tillari, ijodiy o‘tishlar,</a:t>
            </a:r>
          </a:p>
          <a:p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yozilish formasi va Telegram havolasi</a:t>
            </a:r>
          </a:p>
        </p:txBody>
      </p:sp>
    </p:spTree>
    <p:extLst>
      <p:ext uri="{BB962C8B-B14F-4D97-AF65-F5344CB8AC3E}">
        <p14:creationId xmlns:p14="http://schemas.microsoft.com/office/powerpoint/2010/main" val="100603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shqaruv o‘z qo‘lingizda">
            <a:extLst>
              <a:ext uri="{FF2B5EF4-FFF2-40B4-BE49-F238E27FC236}">
                <a16:creationId xmlns:a16="http://schemas.microsoft.com/office/drawing/2014/main" id="{65C25246-09E9-4AE3-BAC8-C4CE84EB5CF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37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Boshqaruv o‘z qo‘lingizda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4F852F-78A5-4F2B-A28C-B13FDC945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2243" y="1609725"/>
            <a:ext cx="7311813" cy="4838700"/>
          </a:xfrm>
          <a:prstGeom prst="rect">
            <a:avLst/>
          </a:prstGeom>
        </p:spPr>
      </p:pic>
      <p:sp>
        <p:nvSpPr>
          <p:cNvPr id="3" name="Matn va rasmlar">
            <a:extLst>
              <a:ext uri="{FF2B5EF4-FFF2-40B4-BE49-F238E27FC236}">
                <a16:creationId xmlns:a16="http://schemas.microsoft.com/office/drawing/2014/main" id="{3D3C0F16-6977-45DF-AE45-478617749B9E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333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Matn va rasmlar</a:t>
            </a:r>
          </a:p>
        </p:txBody>
      </p:sp>
      <p:sp>
        <p:nvSpPr>
          <p:cNvPr id="4" name="Rasm yuklash, kesimini tanlash,&#10;xizmat va ma’lumot">
            <a:extLst>
              <a:ext uri="{FF2B5EF4-FFF2-40B4-BE49-F238E27FC236}">
                <a16:creationId xmlns:a16="http://schemas.microsoft.com/office/drawing/2014/main" id="{01B26AF5-F97B-43A9-9E1C-4439F01F4452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33147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Rasm yuklash, kesimini tanlash,</a:t>
            </a:r>
          </a:p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 va ma’lumotni yangilash</a:t>
            </a:r>
          </a:p>
        </p:txBody>
      </p:sp>
      <p:sp>
        <p:nvSpPr>
          <p:cNvPr id="5" name="Mijoz so‘rovlari">
            <a:extLst>
              <a:ext uri="{FF2B5EF4-FFF2-40B4-BE49-F238E27FC236}">
                <a16:creationId xmlns:a16="http://schemas.microsoft.com/office/drawing/2014/main" id="{CC68BD39-11EF-4174-ACB7-C2CFCAAA9ACF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333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Mijoz so‘rovlari</a:t>
            </a:r>
          </a:p>
        </p:txBody>
      </p:sp>
      <p:sp>
        <p:nvSpPr>
          <p:cNvPr id="6" name="Holat, izoh, mas’ul xodim&#10;va CSV eksport">
            <a:extLst>
              <a:ext uri="{FF2B5EF4-FFF2-40B4-BE49-F238E27FC236}">
                <a16:creationId xmlns:a16="http://schemas.microsoft.com/office/drawing/2014/main" id="{D9BB8863-4431-4A8C-A59F-962DF1D60007}"/>
              </a:ext>
            </a:extLst>
          </p:cNvPr>
          <p:cNvSpPr>
            <a:spLocks noGrp="1"/>
          </p:cNvSpPr>
          <p:nvPr/>
        </p:nvSpPr>
        <p:spPr>
          <a:xfrm>
            <a:off x="8286750" y="3495675"/>
            <a:ext cx="32766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Holat, izoh, mas’ul xodim</a:t>
            </a:r>
          </a:p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va CSV eksport</a:t>
            </a:r>
          </a:p>
        </p:txBody>
      </p:sp>
      <p:sp>
        <p:nvSpPr>
          <p:cNvPr id="7" name="Statistika va nazorat">
            <a:extLst>
              <a:ext uri="{FF2B5EF4-FFF2-40B4-BE49-F238E27FC236}">
                <a16:creationId xmlns:a16="http://schemas.microsoft.com/office/drawing/2014/main" id="{08D7D711-7438-4F25-8F70-3838127B674B}"/>
              </a:ext>
            </a:extLst>
          </p:cNvPr>
          <p:cNvSpPr>
            <a:spLocks noGrp="1"/>
          </p:cNvSpPr>
          <p:nvPr/>
        </p:nvSpPr>
        <p:spPr>
          <a:xfrm>
            <a:off x="8286750" y="43338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Statistika va nazorat</a:t>
            </a:r>
          </a:p>
        </p:txBody>
      </p:sp>
      <p:sp>
        <p:nvSpPr>
          <p:cNvPr id="8" name="Tashriflar, Telegram bosishlari,&#10;xodimlar va nashr">
            <a:extLst>
              <a:ext uri="{FF2B5EF4-FFF2-40B4-BE49-F238E27FC236}">
                <a16:creationId xmlns:a16="http://schemas.microsoft.com/office/drawing/2014/main" id="{11944002-0681-4B98-B804-D42F603764CC}"/>
              </a:ext>
            </a:extLst>
          </p:cNvPr>
          <p:cNvSpPr>
            <a:spLocks noGrp="1"/>
          </p:cNvSpPr>
          <p:nvPr/>
        </p:nvSpPr>
        <p:spPr>
          <a:xfrm>
            <a:off x="8286750" y="4848225"/>
            <a:ext cx="32956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Tashriflar, Telegram bosishlari,</a:t>
            </a:r>
          </a:p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xodimlar va nashrlar tarixi</a:t>
            </a:r>
          </a:p>
        </p:txBody>
      </p:sp>
      <p:sp>
        <p:nvSpPr>
          <p:cNvPr id="9" name="Demo: raqamlar namuna, tahrirlar brauzerda. Paket ">
            <a:extLst>
              <a:ext uri="{FF2B5EF4-FFF2-40B4-BE49-F238E27FC236}">
                <a16:creationId xmlns:a16="http://schemas.microsoft.com/office/drawing/2014/main" id="{2E74B6ED-324F-4335-A2A1-5F69E97985CC}"/>
              </a:ext>
            </a:extLst>
          </p:cNvPr>
          <p:cNvSpPr>
            <a:spLocks noGrp="1"/>
          </p:cNvSpPr>
          <p:nvPr/>
        </p:nvSpPr>
        <p:spPr>
          <a:xfrm>
            <a:off x="8248650" y="5810250"/>
            <a:ext cx="3333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Demo: raqamlar namuna, tahrirlar brauzerda. Paket doirasida haqiqiy bazani ulab ishga tushiramiz.</a:t>
            </a:r>
          </a:p>
        </p:txBody>
      </p:sp>
    </p:spTree>
    <p:extLst>
      <p:ext uri="{BB962C8B-B14F-4D97-AF65-F5344CB8AC3E}">
        <p14:creationId xmlns:p14="http://schemas.microsoft.com/office/powerpoint/2010/main" val="86401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A60E06-9CC6-42AE-B8BF-436DC3FB54E7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63000" y="2990850"/>
            <a:ext cx="361950" cy="0"/>
          </a:xfrm>
          <a:prstGeom prst="straightConnector1">
            <a:avLst/>
          </a:prstGeom>
          <a:ln w="19050">
            <a:solidFill>
              <a:srgbClr val="4B182A"/>
            </a:solidFill>
            <a:tailEnd type="arrow" w="med" len="med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D0AF0C-1CE3-4DB6-BF35-FB5945A9AEAE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924550" y="2990850"/>
            <a:ext cx="361950" cy="0"/>
          </a:xfrm>
          <a:prstGeom prst="straightConnector1">
            <a:avLst/>
          </a:prstGeom>
          <a:ln w="19050">
            <a:solidFill>
              <a:srgbClr val="4B182A"/>
            </a:solidFill>
            <a:tailEnd type="arrow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A43FE8-0092-4571-BC15-348386619A8D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086100" y="2990850"/>
            <a:ext cx="361950" cy="0"/>
          </a:xfrm>
          <a:prstGeom prst="straightConnector1">
            <a:avLst/>
          </a:prstGeom>
          <a:ln w="19050">
            <a:solidFill>
              <a:srgbClr val="4B182A"/>
            </a:solidFill>
            <a:tailEnd type="arrow" w="med" len="med"/>
          </a:ln>
        </p:spPr>
      </p:cxnSp>
      <p:sp>
        <p:nvSpPr>
          <p:cNvPr id="27" name="CRM va Telegram bot">
            <a:extLst>
              <a:ext uri="{FF2B5EF4-FFF2-40B4-BE49-F238E27FC236}">
                <a16:creationId xmlns:a16="http://schemas.microsoft.com/office/drawing/2014/main" id="{A0DE70D7-3688-4934-9F51-DEB38F77E03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CRM va Telegram bot</a:t>
            </a:r>
          </a:p>
        </p:txBody>
      </p:sp>
      <p:sp>
        <p:nvSpPr>
          <p:cNvPr id="2" name="Saytdagi barcha zayavkalar tanlangan mas’ul xodiml">
            <a:extLst>
              <a:ext uri="{FF2B5EF4-FFF2-40B4-BE49-F238E27FC236}">
                <a16:creationId xmlns:a16="http://schemas.microsoft.com/office/drawing/2014/main" id="{A4A9CAC4-F8CC-423B-BF84-35E3CF6DE24E}"/>
              </a:ext>
            </a:extLst>
          </p:cNvPr>
          <p:cNvSpPr>
            <a:spLocks noGrp="1"/>
          </p:cNvSpPr>
          <p:nvPr/>
        </p:nvSpPr>
        <p:spPr>
          <a:xfrm>
            <a:off x="647700" y="1219200"/>
            <a:ext cx="10858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Saytdagi barcha zayavkalar tanlangan mas’ul xodimlarga keladi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3CE0F313-B7C8-4526-B67D-7D7EF3DCA16E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76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" name="CRM workflow 1">
            <a:extLst>
              <a:ext uri="{FF2B5EF4-FFF2-40B4-BE49-F238E27FC236}">
                <a16:creationId xmlns:a16="http://schemas.microsoft.com/office/drawing/2014/main" id="{A1D93743-42B3-4703-8F69-D47709C1D095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2476500" cy="1619250"/>
          </a:xfrm>
          <a:prstGeom prst="rect">
            <a:avLst/>
          </a:prstGeom>
          <a:solidFill>
            <a:srgbClr val="F4EEE6"/>
          </a:solidFill>
          <a:ln w="9525">
            <a:solidFill>
              <a:srgbClr val="4B182A"/>
            </a:solidFill>
          </a:ln>
        </p:spPr>
      </p:sp>
      <p:sp>
        <p:nvSpPr>
          <p:cNvPr id="5" name="Saytdagi zayavka">
            <a:extLst>
              <a:ext uri="{FF2B5EF4-FFF2-40B4-BE49-F238E27FC236}">
                <a16:creationId xmlns:a16="http://schemas.microsoft.com/office/drawing/2014/main" id="{5526244F-97AA-4B26-B00A-FE66B45F92CE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2171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Saytdagi zayavka</a:t>
            </a:r>
          </a:p>
        </p:txBody>
      </p:sp>
      <p:sp>
        <p:nvSpPr>
          <p:cNvPr id="6" name="Ism, telefon,&#10;xizmat va vaqt">
            <a:extLst>
              <a:ext uri="{FF2B5EF4-FFF2-40B4-BE49-F238E27FC236}">
                <a16:creationId xmlns:a16="http://schemas.microsoft.com/office/drawing/2014/main" id="{4328BA53-2C5D-41E2-A5E9-EB7DDB50E038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21717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Ism, telefon,</a:t>
            </a:r>
          </a:p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 va vaqt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DA291AED-878F-4952-B131-0B12B1D007BC}"/>
              </a:ext>
            </a:extLst>
          </p:cNvPr>
          <p:cNvSpPr>
            <a:spLocks noGrp="1"/>
          </p:cNvSpPr>
          <p:nvPr/>
        </p:nvSpPr>
        <p:spPr>
          <a:xfrm>
            <a:off x="3448050" y="1704975"/>
            <a:ext cx="76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CRM workflow 2">
            <a:extLst>
              <a:ext uri="{FF2B5EF4-FFF2-40B4-BE49-F238E27FC236}">
                <a16:creationId xmlns:a16="http://schemas.microsoft.com/office/drawing/2014/main" id="{3237B825-A58A-455E-B926-6D4FF7E50C52}"/>
              </a:ext>
            </a:extLst>
          </p:cNvPr>
          <p:cNvSpPr>
            <a:spLocks noGrp="1"/>
          </p:cNvSpPr>
          <p:nvPr/>
        </p:nvSpPr>
        <p:spPr>
          <a:xfrm>
            <a:off x="3448050" y="2181225"/>
            <a:ext cx="2476500" cy="1619250"/>
          </a:xfrm>
          <a:prstGeom prst="rect">
            <a:avLst/>
          </a:prstGeom>
          <a:solidFill>
            <a:srgbClr val="F4EEE6"/>
          </a:solidFill>
          <a:ln w="9525">
            <a:solidFill>
              <a:srgbClr val="4B182A"/>
            </a:solidFill>
          </a:ln>
        </p:spPr>
      </p:sp>
      <p:sp>
        <p:nvSpPr>
          <p:cNvPr id="9" name="CRM’da saqlash">
            <a:extLst>
              <a:ext uri="{FF2B5EF4-FFF2-40B4-BE49-F238E27FC236}">
                <a16:creationId xmlns:a16="http://schemas.microsoft.com/office/drawing/2014/main" id="{FFA0C058-81F8-4425-AFF9-C759BCAA357D}"/>
              </a:ext>
            </a:extLst>
          </p:cNvPr>
          <p:cNvSpPr>
            <a:spLocks noGrp="1"/>
          </p:cNvSpPr>
          <p:nvPr/>
        </p:nvSpPr>
        <p:spPr>
          <a:xfrm>
            <a:off x="3600450" y="2362200"/>
            <a:ext cx="2171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CRM’da saqlash</a:t>
            </a:r>
          </a:p>
        </p:txBody>
      </p:sp>
      <p:sp>
        <p:nvSpPr>
          <p:cNvPr id="10" name="So‘rov va holat&#10;bir joyda ko‘rinadi">
            <a:extLst>
              <a:ext uri="{FF2B5EF4-FFF2-40B4-BE49-F238E27FC236}">
                <a16:creationId xmlns:a16="http://schemas.microsoft.com/office/drawing/2014/main" id="{B0E3F2BB-81BF-42D7-A388-E5F274ABACBA}"/>
              </a:ext>
            </a:extLst>
          </p:cNvPr>
          <p:cNvSpPr>
            <a:spLocks noGrp="1"/>
          </p:cNvSpPr>
          <p:nvPr/>
        </p:nvSpPr>
        <p:spPr>
          <a:xfrm>
            <a:off x="3600450" y="3067050"/>
            <a:ext cx="21717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So‘rov va holat</a:t>
            </a:r>
          </a:p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bir joyda ko‘rinadi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BEE62A35-1941-4B6A-8B29-7E36FB949990}"/>
              </a:ext>
            </a:extLst>
          </p:cNvPr>
          <p:cNvSpPr>
            <a:spLocks noGrp="1"/>
          </p:cNvSpPr>
          <p:nvPr/>
        </p:nvSpPr>
        <p:spPr>
          <a:xfrm>
            <a:off x="6286500" y="1704975"/>
            <a:ext cx="76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2" name="CRM workflow 3">
            <a:extLst>
              <a:ext uri="{FF2B5EF4-FFF2-40B4-BE49-F238E27FC236}">
                <a16:creationId xmlns:a16="http://schemas.microsoft.com/office/drawing/2014/main" id="{652540E4-47E1-4F82-8401-409ABCBCF35E}"/>
              </a:ext>
            </a:extLst>
          </p:cNvPr>
          <p:cNvSpPr>
            <a:spLocks noGrp="1"/>
          </p:cNvSpPr>
          <p:nvPr/>
        </p:nvSpPr>
        <p:spPr>
          <a:xfrm>
            <a:off x="6286500" y="2181225"/>
            <a:ext cx="2476500" cy="1619250"/>
          </a:xfrm>
          <a:prstGeom prst="rect">
            <a:avLst/>
          </a:prstGeom>
          <a:solidFill>
            <a:srgbClr val="F4EEE6"/>
          </a:solidFill>
          <a:ln w="9525">
            <a:solidFill>
              <a:srgbClr val="4B182A"/>
            </a:solidFill>
          </a:ln>
        </p:spPr>
      </p:sp>
      <p:sp>
        <p:nvSpPr>
          <p:cNvPr id="13" name="Telegram xabari">
            <a:extLst>
              <a:ext uri="{FF2B5EF4-FFF2-40B4-BE49-F238E27FC236}">
                <a16:creationId xmlns:a16="http://schemas.microsoft.com/office/drawing/2014/main" id="{49236328-E8DF-4FB9-BC40-A32DF31E343F}"/>
              </a:ext>
            </a:extLst>
          </p:cNvPr>
          <p:cNvSpPr>
            <a:spLocks noGrp="1"/>
          </p:cNvSpPr>
          <p:nvPr/>
        </p:nvSpPr>
        <p:spPr>
          <a:xfrm>
            <a:off x="6438900" y="2362200"/>
            <a:ext cx="2171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Telegram xabari</a:t>
            </a:r>
          </a:p>
        </p:txBody>
      </p:sp>
      <p:sp>
        <p:nvSpPr>
          <p:cNvPr id="14" name="Barcha zayavkalar&#10;mas’ul xodimlarga">
            <a:extLst>
              <a:ext uri="{FF2B5EF4-FFF2-40B4-BE49-F238E27FC236}">
                <a16:creationId xmlns:a16="http://schemas.microsoft.com/office/drawing/2014/main" id="{9523E10D-3929-41C4-956B-2923CFA3B26F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21717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Barcha zayavkalar</a:t>
            </a:r>
          </a:p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mas’ul xodimlarga</a:t>
            </a:r>
          </a:p>
        </p:txBody>
      </p:sp>
      <p:sp>
        <p:nvSpPr>
          <p:cNvPr id="15" name="04">
            <a:extLst>
              <a:ext uri="{FF2B5EF4-FFF2-40B4-BE49-F238E27FC236}">
                <a16:creationId xmlns:a16="http://schemas.microsoft.com/office/drawing/2014/main" id="{C03CEDE4-68BE-4CEF-B959-E5A9F4095F97}"/>
              </a:ext>
            </a:extLst>
          </p:cNvPr>
          <p:cNvSpPr>
            <a:spLocks noGrp="1"/>
          </p:cNvSpPr>
          <p:nvPr/>
        </p:nvSpPr>
        <p:spPr>
          <a:xfrm>
            <a:off x="9124950" y="1704975"/>
            <a:ext cx="76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9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6" name="CRM workflow 4">
            <a:extLst>
              <a:ext uri="{FF2B5EF4-FFF2-40B4-BE49-F238E27FC236}">
                <a16:creationId xmlns:a16="http://schemas.microsoft.com/office/drawing/2014/main" id="{F73C51D7-9EE1-4D51-9127-1F08BDE24AE4}"/>
              </a:ext>
            </a:extLst>
          </p:cNvPr>
          <p:cNvSpPr>
            <a:spLocks noGrp="1"/>
          </p:cNvSpPr>
          <p:nvPr/>
        </p:nvSpPr>
        <p:spPr>
          <a:xfrm>
            <a:off x="9124950" y="2181225"/>
            <a:ext cx="2476500" cy="1619250"/>
          </a:xfrm>
          <a:prstGeom prst="rect">
            <a:avLst/>
          </a:prstGeom>
          <a:solidFill>
            <a:srgbClr val="F4EEE6"/>
          </a:solidFill>
          <a:ln w="9525">
            <a:solidFill>
              <a:srgbClr val="4B182A"/>
            </a:solidFill>
          </a:ln>
        </p:spPr>
      </p:sp>
      <p:sp>
        <p:nvSpPr>
          <p:cNvPr id="17" name="Administrator amali">
            <a:extLst>
              <a:ext uri="{FF2B5EF4-FFF2-40B4-BE49-F238E27FC236}">
                <a16:creationId xmlns:a16="http://schemas.microsoft.com/office/drawing/2014/main" id="{F87623E4-437C-4811-A746-23767F726EB0}"/>
              </a:ext>
            </a:extLst>
          </p:cNvPr>
          <p:cNvSpPr>
            <a:spLocks noGrp="1"/>
          </p:cNvSpPr>
          <p:nvPr/>
        </p:nvSpPr>
        <p:spPr>
          <a:xfrm>
            <a:off x="9277350" y="2362200"/>
            <a:ext cx="2171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18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Administrator amali</a:t>
            </a:r>
          </a:p>
        </p:txBody>
      </p:sp>
      <p:sp>
        <p:nvSpPr>
          <p:cNvPr id="18" name="Tasdiqlash yoki&#10;mijozga qo‘ng‘iroq">
            <a:extLst>
              <a:ext uri="{FF2B5EF4-FFF2-40B4-BE49-F238E27FC236}">
                <a16:creationId xmlns:a16="http://schemas.microsoft.com/office/drawing/2014/main" id="{49793228-27AD-4489-BA19-F18959D73E48}"/>
              </a:ext>
            </a:extLst>
          </p:cNvPr>
          <p:cNvSpPr>
            <a:spLocks noGrp="1"/>
          </p:cNvSpPr>
          <p:nvPr/>
        </p:nvSpPr>
        <p:spPr>
          <a:xfrm>
            <a:off x="9277350" y="3067050"/>
            <a:ext cx="21717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Tasdiqlash yoki</a:t>
            </a:r>
          </a:p>
          <a:p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mijozga qo‘ng‘iroq</a:t>
            </a:r>
          </a:p>
        </p:txBody>
      </p:sp>
      <p:sp>
        <p:nvSpPr>
          <p:cNvPr id="22" name="Bot ichida boshqarish">
            <a:extLst>
              <a:ext uri="{FF2B5EF4-FFF2-40B4-BE49-F238E27FC236}">
                <a16:creationId xmlns:a16="http://schemas.microsoft.com/office/drawing/2014/main" id="{1F60767A-39B9-459F-91F8-EBEFA2411C76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5429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Bot ichida boshqarish</a:t>
            </a:r>
          </a:p>
        </p:txBody>
      </p:sp>
      <p:sp>
        <p:nvSpPr>
          <p:cNvPr id="23" name="«Tasdiqlash» va «Bog‘lanildi» amallari.&#10;Telefon or">
            <a:extLst>
              <a:ext uri="{FF2B5EF4-FFF2-40B4-BE49-F238E27FC236}">
                <a16:creationId xmlns:a16="http://schemas.microsoft.com/office/drawing/2014/main" id="{678D6709-8387-4F79-98B7-C15789C99A6B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54292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«Tasdiqlash» va «Bog‘lanildi» amallari.</a:t>
            </a:r>
          </a:p>
          <a:p>
            <a: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Telefon orqali mijoz bilan aloqa.</a:t>
            </a:r>
          </a:p>
          <a:p>
            <a: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Guruh yoki shaxsiy chatlarga xabar.</a:t>
            </a:r>
          </a:p>
        </p:txBody>
      </p:sp>
      <p:sp>
        <p:nvSpPr>
          <p:cNvPr id="24" name="Holat CRM’da yangilanadi">
            <a:extLst>
              <a:ext uri="{FF2B5EF4-FFF2-40B4-BE49-F238E27FC236}">
                <a16:creationId xmlns:a16="http://schemas.microsoft.com/office/drawing/2014/main" id="{449ADCE1-81D5-42C4-A591-4DF03F19AE5C}"/>
              </a:ext>
            </a:extLst>
          </p:cNvPr>
          <p:cNvSpPr>
            <a:spLocks noGrp="1"/>
          </p:cNvSpPr>
          <p:nvPr/>
        </p:nvSpPr>
        <p:spPr>
          <a:xfrm>
            <a:off x="6572250" y="435292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Holat CRM’da yangilanadi</a:t>
            </a:r>
          </a:p>
        </p:txBody>
      </p:sp>
      <p:sp>
        <p:nvSpPr>
          <p:cNvPr id="25" name="Botdagi amal admin panelda ham ko‘rinadi.&#10;Holat, i">
            <a:extLst>
              <a:ext uri="{FF2B5EF4-FFF2-40B4-BE49-F238E27FC236}">
                <a16:creationId xmlns:a16="http://schemas.microsoft.com/office/drawing/2014/main" id="{0099DD79-81F4-44C0-A336-56310C0F79C6}"/>
              </a:ext>
            </a:extLst>
          </p:cNvPr>
          <p:cNvSpPr>
            <a:spLocks noGrp="1"/>
          </p:cNvSpPr>
          <p:nvPr/>
        </p:nvSpPr>
        <p:spPr>
          <a:xfrm>
            <a:off x="6572250" y="4867275"/>
            <a:ext cx="50482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Botdagi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amal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 admin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panelda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 ham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ko‘rinadi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Holat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izoh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va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mas’ul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xodimni</a:t>
            </a:r>
            <a:endParaRPr sz="1800" b="0" dirty="0">
              <a:solidFill>
                <a:srgbClr val="75656D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kuzatish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75656D"/>
                </a:solidFill>
                <a:latin typeface="Arial"/>
                <a:ea typeface="Arial"/>
                <a:cs typeface="Arial"/>
              </a:rPr>
              <a:t>mumkin</a:t>
            </a:r>
            <a:r>
              <a:rPr sz="1800" b="0" dirty="0">
                <a:solidFill>
                  <a:srgbClr val="75656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6" name="Paket doirasida ishlab beriladi. Hozirgi demo botg">
            <a:extLst>
              <a:ext uri="{FF2B5EF4-FFF2-40B4-BE49-F238E27FC236}">
                <a16:creationId xmlns:a16="http://schemas.microsoft.com/office/drawing/2014/main" id="{BDC5995B-C248-4CD5-8BD7-E8677870C46A}"/>
              </a:ext>
            </a:extLst>
          </p:cNvPr>
          <p:cNvSpPr>
            <a:spLocks noGrp="1"/>
          </p:cNvSpPr>
          <p:nvPr/>
        </p:nvSpPr>
        <p:spPr>
          <a:xfrm>
            <a:off x="647700" y="624840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Paket doirasida ishlab beriladi. Hozirgi demo botga ulanmagan va statistikasi namuna.</a:t>
            </a:r>
          </a:p>
        </p:txBody>
      </p:sp>
    </p:spTree>
    <p:extLst>
      <p:ext uri="{BB962C8B-B14F-4D97-AF65-F5344CB8AC3E}">
        <p14:creationId xmlns:p14="http://schemas.microsoft.com/office/powerpoint/2010/main" val="152782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aklif va ishga tushirish">
            <a:extLst>
              <a:ext uri="{FF2B5EF4-FFF2-40B4-BE49-F238E27FC236}">
                <a16:creationId xmlns:a16="http://schemas.microsoft.com/office/drawing/2014/main" id="{A3DFA734-C3A3-4D2F-8E8B-8AEE9BCF131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38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382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Taklif va ishga tushirish</a:t>
            </a:r>
          </a:p>
        </p:txBody>
      </p:sp>
      <p:sp>
        <p:nvSpPr>
          <p:cNvPr id="2" name="$250">
            <a:extLst>
              <a:ext uri="{FF2B5EF4-FFF2-40B4-BE49-F238E27FC236}">
                <a16:creationId xmlns:a16="http://schemas.microsoft.com/office/drawing/2014/main" id="{2DF5204C-042E-42DB-88A0-2F4CEE32E880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57626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79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79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$250</a:t>
            </a:r>
          </a:p>
        </p:txBody>
      </p:sp>
      <p:sp>
        <p:nvSpPr>
          <p:cNvPr id="3" name="Bir martalik ishlab chiqish narxi">
            <a:extLst>
              <a:ext uri="{FF2B5EF4-FFF2-40B4-BE49-F238E27FC236}">
                <a16:creationId xmlns:a16="http://schemas.microsoft.com/office/drawing/2014/main" id="{EADF4B03-90DA-4CFC-A6E2-E5F3141B638D}"/>
              </a:ext>
            </a:extLst>
          </p:cNvPr>
          <p:cNvSpPr>
            <a:spLocks noGrp="1"/>
          </p:cNvSpPr>
          <p:nvPr/>
        </p:nvSpPr>
        <p:spPr>
          <a:xfrm>
            <a:off x="647700" y="2657475"/>
            <a:ext cx="6429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Bir martalik ishlab chiqish narxi</a:t>
            </a:r>
          </a:p>
        </p:txBody>
      </p:sp>
      <p:sp>
        <p:nvSpPr>
          <p:cNvPr id="4" name="Sayt, admin panel, CRM va Telegram bot">
            <a:extLst>
              <a:ext uri="{FF2B5EF4-FFF2-40B4-BE49-F238E27FC236}">
                <a16:creationId xmlns:a16="http://schemas.microsoft.com/office/drawing/2014/main" id="{E1B588B9-FD13-4E02-9A56-FB1AB972D43A}"/>
              </a:ext>
            </a:extLst>
          </p:cNvPr>
          <p:cNvSpPr>
            <a:spLocks noGrp="1"/>
          </p:cNvSpPr>
          <p:nvPr/>
        </p:nvSpPr>
        <p:spPr>
          <a:xfrm>
            <a:off x="647700" y="3133725"/>
            <a:ext cx="647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EEE6"/>
                </a:solidFill>
                <a:latin typeface="Arial"/>
                <a:ea typeface="Arial"/>
                <a:cs typeface="Arial"/>
              </a:rPr>
              <a:t>Sayt, admin panel, CRM va Telegram bot</a:t>
            </a:r>
          </a:p>
        </p:txBody>
      </p:sp>
      <p:sp>
        <p:nvSpPr>
          <p:cNvPr id="5" name="Ishga tushgach 1 oy bepul">
            <a:extLst>
              <a:ext uri="{FF2B5EF4-FFF2-40B4-BE49-F238E27FC236}">
                <a16:creationId xmlns:a16="http://schemas.microsoft.com/office/drawing/2014/main" id="{34A4698D-EB36-4D7C-9D27-BF231A85D40E}"/>
              </a:ext>
            </a:extLst>
          </p:cNvPr>
          <p:cNvSpPr>
            <a:spLocks noGrp="1"/>
          </p:cNvSpPr>
          <p:nvPr/>
        </p:nvSpPr>
        <p:spPr>
          <a:xfrm>
            <a:off x="647700" y="3933825"/>
            <a:ext cx="647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Ishga tushgach 1 oy bepul</a:t>
            </a:r>
          </a:p>
        </p:txBody>
      </p:sp>
      <p:sp>
        <p:nvSpPr>
          <p:cNvPr id="6" name="Servis, yordam va mas’ul xodimga saytni hamda&#10;admi">
            <a:extLst>
              <a:ext uri="{FF2B5EF4-FFF2-40B4-BE49-F238E27FC236}">
                <a16:creationId xmlns:a16="http://schemas.microsoft.com/office/drawing/2014/main" id="{AFB5C1BD-E93C-4D8C-89C9-E00D9EAB8F4E}"/>
              </a:ext>
            </a:extLst>
          </p:cNvPr>
          <p:cNvSpPr>
            <a:spLocks noGrp="1"/>
          </p:cNvSpPr>
          <p:nvPr/>
        </p:nvSpPr>
        <p:spPr>
          <a:xfrm>
            <a:off x="647700" y="4448175"/>
            <a:ext cx="6572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Servis, yordam va mas’ul xodimga saytni hamda</a:t>
            </a:r>
          </a:p>
          <a:p>
            <a:pPr algn="l">
              <a:defRPr sz="17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admin panelni yuritishni 1 oy davomida o‘rgatish.</a:t>
            </a:r>
          </a:p>
        </p:txBody>
      </p:sp>
      <p:sp>
        <p:nvSpPr>
          <p:cNvPr id="7" name="Domen va server / hosting">
            <a:extLst>
              <a:ext uri="{FF2B5EF4-FFF2-40B4-BE49-F238E27FC236}">
                <a16:creationId xmlns:a16="http://schemas.microsoft.com/office/drawing/2014/main" id="{3F21FEE1-64BB-4EC9-8287-11D61E9D63EF}"/>
              </a:ext>
            </a:extLst>
          </p:cNvPr>
          <p:cNvSpPr>
            <a:spLocks noGrp="1"/>
          </p:cNvSpPr>
          <p:nvPr/>
        </p:nvSpPr>
        <p:spPr>
          <a:xfrm>
            <a:off x="647700" y="5353050"/>
            <a:ext cx="647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Domen va server / hosting</a:t>
            </a:r>
          </a:p>
        </p:txBody>
      </p:sp>
      <p:sp>
        <p:nvSpPr>
          <p:cNvPr id="8" name="To‘lov mijoz hisobidan. Hisoblar biznes egasi nomi">
            <a:extLst>
              <a:ext uri="{FF2B5EF4-FFF2-40B4-BE49-F238E27FC236}">
                <a16:creationId xmlns:a16="http://schemas.microsoft.com/office/drawing/2014/main" id="{3D9B056D-DA17-4572-AA86-98E06734BB62}"/>
              </a:ext>
            </a:extLst>
          </p:cNvPr>
          <p:cNvSpPr>
            <a:spLocks noGrp="1"/>
          </p:cNvSpPr>
          <p:nvPr/>
        </p:nvSpPr>
        <p:spPr>
          <a:xfrm>
            <a:off x="647700" y="5829300"/>
            <a:ext cx="666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To‘lov mijoz hisobidan. Hisoblar biznes egasi nomiga</a:t>
            </a:r>
          </a:p>
          <a:p>
            <a:pPr algn="l">
              <a:defRPr sz="16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ochiladi. Tanlash, ulash va to‘liq sozlashni biz bajaramiz.</a:t>
            </a:r>
          </a:p>
        </p:txBody>
      </p:sp>
      <p:sp>
        <p:nvSpPr>
          <p:cNvPr id="9" name="Demo havolalari">
            <a:extLst>
              <a:ext uri="{FF2B5EF4-FFF2-40B4-BE49-F238E27FC236}">
                <a16:creationId xmlns:a16="http://schemas.microsoft.com/office/drawing/2014/main" id="{9662F447-E728-4367-9CBC-76716F336C1F}"/>
              </a:ext>
            </a:extLst>
          </p:cNvPr>
          <p:cNvSpPr>
            <a:spLocks noGrp="1"/>
          </p:cNvSpPr>
          <p:nvPr/>
        </p:nvSpPr>
        <p:spPr>
          <a:xfrm>
            <a:off x="7686675" y="1685925"/>
            <a:ext cx="3905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Demo havolalari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FB5720-B5AD-4197-9CC3-F92813C72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39050" y="2324100"/>
            <a:ext cx="1762125" cy="1762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FB13A4-3D65-41D6-95C1-2B7BFFBBA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01225" y="2324100"/>
            <a:ext cx="1762125" cy="1762125"/>
          </a:xfrm>
          <a:prstGeom prst="rect">
            <a:avLst/>
          </a:prstGeom>
        </p:spPr>
      </p:pic>
      <p:sp>
        <p:nvSpPr>
          <p:cNvPr id="12" name="Mijoz sayti">
            <a:extLst>
              <a:ext uri="{FF2B5EF4-FFF2-40B4-BE49-F238E27FC236}">
                <a16:creationId xmlns:a16="http://schemas.microsoft.com/office/drawing/2014/main" id="{A7813F86-6106-4AAA-93A9-F4C899A8E8F1}"/>
              </a:ext>
            </a:extLst>
          </p:cNvPr>
          <p:cNvSpPr>
            <a:spLocks noGrp="1"/>
          </p:cNvSpPr>
          <p:nvPr/>
        </p:nvSpPr>
        <p:spPr>
          <a:xfrm>
            <a:off x="7524750" y="4324350"/>
            <a:ext cx="1971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ctr">
              <a:defRPr sz="18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Mijoz sayti</a:t>
            </a:r>
          </a:p>
        </p:txBody>
      </p:sp>
      <p:sp>
        <p:nvSpPr>
          <p:cNvPr id="13" name="Admin demo">
            <a:extLst>
              <a:ext uri="{FF2B5EF4-FFF2-40B4-BE49-F238E27FC236}">
                <a16:creationId xmlns:a16="http://schemas.microsoft.com/office/drawing/2014/main" id="{450391A4-3106-4E06-A1F2-C84232CA2F6F}"/>
              </a:ext>
            </a:extLst>
          </p:cNvPr>
          <p:cNvSpPr>
            <a:spLocks noGrp="1"/>
          </p:cNvSpPr>
          <p:nvPr/>
        </p:nvSpPr>
        <p:spPr>
          <a:xfrm>
            <a:off x="9686925" y="4324350"/>
            <a:ext cx="1971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ctr">
              <a:defRPr sz="18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Admin demo</a:t>
            </a:r>
          </a:p>
        </p:txBody>
      </p:sp>
      <p:sp>
        <p:nvSpPr>
          <p:cNvPr id="14" name="Saytni ochish">
            <a:extLst>
              <a:ext uri="{FF2B5EF4-FFF2-40B4-BE49-F238E27FC236}">
                <a16:creationId xmlns:a16="http://schemas.microsoft.com/office/drawing/2014/main" id="{976FB4E9-F782-4BF8-AEA6-728FBA50A04A}"/>
              </a:ext>
            </a:extLst>
          </p:cNvPr>
          <p:cNvSpPr>
            <a:spLocks noGrp="1"/>
          </p:cNvSpPr>
          <p:nvPr/>
        </p:nvSpPr>
        <p:spPr>
          <a:xfrm>
            <a:off x="7810500" y="4848225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4EEE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F4EEE6"/>
                </a:solidFill>
                <a:latin typeface="Arial"/>
                <a:ea typeface="Arial"/>
                <a:cs typeface="Arial"/>
                <a:hlinkClick r:id="rId5"/>
              </a:rPr>
              <a:t>Saytni</a:t>
            </a:r>
            <a:r>
              <a:rPr sz="1575" b="1" dirty="0">
                <a:solidFill>
                  <a:srgbClr val="F4EEE6"/>
                </a:solidFill>
                <a:latin typeface="Arial"/>
                <a:ea typeface="Arial"/>
                <a:cs typeface="Arial"/>
                <a:hlinkClick r:id="rId5"/>
              </a:rPr>
              <a:t> </a:t>
            </a:r>
            <a:r>
              <a:rPr sz="1575" b="1" dirty="0" err="1">
                <a:solidFill>
                  <a:srgbClr val="F4EEE6"/>
                </a:solidFill>
                <a:latin typeface="Arial"/>
                <a:ea typeface="Arial"/>
                <a:cs typeface="Arial"/>
                <a:hlinkClick r:id="rId5"/>
              </a:rPr>
              <a:t>ochish</a:t>
            </a:r>
            <a:endParaRPr sz="1575" b="1" dirty="0">
              <a:solidFill>
                <a:srgbClr val="F4EEE6"/>
              </a:solidFill>
              <a:latin typeface="Arial"/>
              <a:ea typeface="Arial"/>
              <a:cs typeface="Arial"/>
              <a:hlinkClick r:id="rId5"/>
            </a:endParaRPr>
          </a:p>
        </p:txBody>
      </p:sp>
      <p:sp>
        <p:nvSpPr>
          <p:cNvPr id="15" name="Panelni ochish">
            <a:extLst>
              <a:ext uri="{FF2B5EF4-FFF2-40B4-BE49-F238E27FC236}">
                <a16:creationId xmlns:a16="http://schemas.microsoft.com/office/drawing/2014/main" id="{F06C6B3F-25C8-4C5E-88F0-C87BD1A61141}"/>
              </a:ext>
            </a:extLst>
          </p:cNvPr>
          <p:cNvSpPr>
            <a:spLocks noGrp="1"/>
          </p:cNvSpPr>
          <p:nvPr/>
        </p:nvSpPr>
        <p:spPr>
          <a:xfrm>
            <a:off x="9944100" y="4848225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4EEE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EEE6"/>
                </a:solidFill>
                <a:latin typeface="Arial"/>
                <a:ea typeface="Arial"/>
                <a:cs typeface="Arial"/>
                <a:hlinkClick r:id="rId6"/>
              </a:rPr>
              <a:t>Panelni ochish</a:t>
            </a:r>
          </a:p>
        </p:txBody>
      </p:sp>
      <p:sp>
        <p:nvSpPr>
          <p:cNvPr id="16" name="QR yoki havolani bosing.&#10;Admin demo parolsiz ochil">
            <a:extLst>
              <a:ext uri="{FF2B5EF4-FFF2-40B4-BE49-F238E27FC236}">
                <a16:creationId xmlns:a16="http://schemas.microsoft.com/office/drawing/2014/main" id="{03160DAB-B29A-4C83-8076-C6121123B2BA}"/>
              </a:ext>
            </a:extLst>
          </p:cNvPr>
          <p:cNvSpPr>
            <a:spLocks noGrp="1"/>
          </p:cNvSpPr>
          <p:nvPr/>
        </p:nvSpPr>
        <p:spPr>
          <a:xfrm>
            <a:off x="7648575" y="5495925"/>
            <a:ext cx="39909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DDBCAF"/>
                </a:solidFill>
                <a:latin typeface="Arial"/>
                <a:ea typeface="Arial"/>
                <a:cs typeface="Arial"/>
              </a:rPr>
              <a:t>QR </a:t>
            </a:r>
            <a:r>
              <a:rPr sz="1650" b="0" dirty="0" err="1">
                <a:solidFill>
                  <a:srgbClr val="DDBCAF"/>
                </a:solidFill>
                <a:latin typeface="Arial"/>
                <a:ea typeface="Arial"/>
                <a:cs typeface="Arial"/>
              </a:rPr>
              <a:t>yoki</a:t>
            </a:r>
            <a:r>
              <a:rPr sz="1650" b="0" dirty="0">
                <a:solidFill>
                  <a:srgbClr val="DDBCAF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DDBCAF"/>
                </a:solidFill>
                <a:latin typeface="Arial"/>
                <a:ea typeface="Arial"/>
                <a:cs typeface="Arial"/>
              </a:rPr>
              <a:t>havolani</a:t>
            </a:r>
            <a:r>
              <a:rPr sz="1650" b="0" dirty="0">
                <a:solidFill>
                  <a:srgbClr val="DDBCAF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DDBCAF"/>
                </a:solidFill>
                <a:latin typeface="Arial"/>
                <a:ea typeface="Arial"/>
                <a:cs typeface="Arial"/>
              </a:rPr>
              <a:t>bosing</a:t>
            </a:r>
            <a:r>
              <a:rPr sz="1650" b="0" dirty="0">
                <a:solidFill>
                  <a:srgbClr val="DDBCAF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650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DDBCAF"/>
                </a:solidFill>
                <a:latin typeface="Arial"/>
                <a:ea typeface="Arial"/>
                <a:cs typeface="Arial"/>
              </a:rPr>
              <a:t>Admin demo </a:t>
            </a:r>
            <a:r>
              <a:rPr sz="1650" b="0" dirty="0" err="1">
                <a:solidFill>
                  <a:srgbClr val="DDBCAF"/>
                </a:solidFill>
                <a:latin typeface="Arial"/>
                <a:ea typeface="Arial"/>
                <a:cs typeface="Arial"/>
              </a:rPr>
              <a:t>parolsiz</a:t>
            </a:r>
            <a:r>
              <a:rPr sz="1650" b="0" dirty="0">
                <a:solidFill>
                  <a:srgbClr val="DDBCAF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DDBCAF"/>
                </a:solidFill>
                <a:latin typeface="Arial"/>
                <a:ea typeface="Arial"/>
                <a:cs typeface="Arial"/>
              </a:rPr>
              <a:t>ochiladi</a:t>
            </a:r>
            <a:r>
              <a:rPr sz="1650" b="0" dirty="0">
                <a:solidFill>
                  <a:srgbClr val="DDBCA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07660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DocSecurity>0</DocSecurity>
  <PresentationFormat>Widescreen</PresentationFormat>
  <Paragraphs>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Tolibjon Boydullayev</cp:lastModifiedBy>
  <cp:revision>1</cp:revision>
  <dcterms:created xsi:type="dcterms:W3CDTF">2026-10-09T12:31:53Z</dcterms:created>
  <dcterms:modified xsi:type="dcterms:W3CDTF">2026-10-09T15:20:43Z</dcterms:modified>
</cp:coreProperties>
</file>