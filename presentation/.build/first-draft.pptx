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6c198eb274f62" /><Relationship Type="http://schemas.openxmlformats.org/officeDocument/2006/relationships/extended-properties" Target="/docProps/app.xml" Id="Re4fbabd99e514394" /><Relationship Type="http://schemas.openxmlformats.org/officeDocument/2006/relationships/officeDocument" Target="/ppt/presentation.xml" Id="Re29ef90ba95b4e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d10c369474361"/>
  </p:sldMasterIdLst>
  <p:notesMasterIdLst>
    <p:notesMasterId xmlns:r="http://schemas.openxmlformats.org/officeDocument/2006/relationships" r:id="R6ead8128709e449a"/>
  </p:notesMasterIdLst>
  <p:sldIdLst>
    <p:sldId xmlns:r="http://schemas.openxmlformats.org/officeDocument/2006/relationships" id="256" r:id="R57e03da468b448b5"/>
    <p:sldId xmlns:r="http://schemas.openxmlformats.org/officeDocument/2006/relationships" id="257" r:id="R651e9fdc6bbc45a9"/>
    <p:sldId xmlns:r="http://schemas.openxmlformats.org/officeDocument/2006/relationships" id="258" r:id="R6b76f6398f1d4f21"/>
    <p:sldId xmlns:r="http://schemas.openxmlformats.org/officeDocument/2006/relationships" id="259" r:id="R5d0d7d6b91f54123"/>
    <p:sldId xmlns:r="http://schemas.openxmlformats.org/officeDocument/2006/relationships" id="260" r:id="R5933cbb2edd9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e4171f8554f34" /><Relationship Type="http://schemas.openxmlformats.org/officeDocument/2006/relationships/slideMaster" Target="/ppt/slideMasters/slideMaster1.xml" Id="R8a2d10c369474361" /><Relationship Type="http://schemas.openxmlformats.org/officeDocument/2006/relationships/notesMaster" Target="/ppt/notesMasters/notesMaster1.xml" Id="R6ead8128709e449a" /><Relationship Type="http://schemas.openxmlformats.org/officeDocument/2006/relationships/presProps" Target="/ppt/presProps.xml" Id="Rc90cc355f3b14b99" /><Relationship Type="http://schemas.openxmlformats.org/officeDocument/2006/relationships/tableStyles" Target="/ppt/tableStyles.xml" Id="R8ccff6b3282149e7" /><Relationship Type="http://schemas.openxmlformats.org/officeDocument/2006/relationships/slide" Target="/ppt/slides/slide1.xml" Id="R57e03da468b448b5" /><Relationship Type="http://schemas.openxmlformats.org/officeDocument/2006/relationships/slide" Target="/ppt/slides/slide2.xml" Id="R651e9fdc6bbc45a9" /><Relationship Type="http://schemas.openxmlformats.org/officeDocument/2006/relationships/slide" Target="/ppt/slides/slide3.xml" Id="R6b76f6398f1d4f21" /><Relationship Type="http://schemas.openxmlformats.org/officeDocument/2006/relationships/slide" Target="/ppt/slides/slide4.xml" Id="R5d0d7d6b91f54123" /><Relationship Type="http://schemas.openxmlformats.org/officeDocument/2006/relationships/slide" Target="/ppt/slides/slide5.xml" Id="R5933cbb2edd9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f9d8b5043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cfbfa069a4f0e" /><Relationship Type="http://schemas.openxmlformats.org/officeDocument/2006/relationships/notesMaster" Target="/ppt/notesMasters/notesMaster1.xml" Id="R273ae98b831e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9595a54f3d42bc" /><Relationship Type="http://schemas.openxmlformats.org/officeDocument/2006/relationships/notesMaster" Target="/ppt/notesMasters/notesMaster1.xml" Id="R089b3d08140b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7f19ed4b8a47e6" /><Relationship Type="http://schemas.openxmlformats.org/officeDocument/2006/relationships/notesMaster" Target="/ppt/notesMasters/notesMaster1.xml" Id="R73b94349405a4b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04715f18141bd" /><Relationship Type="http://schemas.openxmlformats.org/officeDocument/2006/relationships/notesMaster" Target="/ppt/notesMasters/notesMaster1.xml" Id="Rd4d5db2f0d09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f00a0b953b4d2d" /><Relationship Type="http://schemas.openxmlformats.org/officeDocument/2006/relationships/notesMaster" Target="/ppt/notesMasters/notesMaster1.xml" Id="Rb2bba30fad0b4b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Beauty Me uchun tayyorlangan mustaqil demo konsepti. Haqiqiy surat salonning Instagram postidan: https://www.instagram.com/beautyme_uz/ . Aniq post manbasi loyihadagi src/data/media.ts da classic-makeup yozuvida. Sayt: https://beauty-me-tashkent-demo.netlify.app/uz/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Skrinshot: https://beauty-me-tashkent-demo.netlify.app/uz/ . Ko‘rsatilgan foydalar interfeys vazifalaridan kelib chiqadigan imkoniyatlar, savdo yoki konversiya natijasiga kafolat berilmaydi. Hozirgi yozilish forma rejimi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Haqiqiy mobil skrinshotlar: https://beauty-me-tashkent-demo.netlify.app/uz/ va https://beauty-me-tashkent-demo.netlify.app/uz/gallery/ . Funksiyalar loyiha src/data/content.ts, Gallery va Booking komponentlari orqali tekshirilgan. Yozilish demo bosqichlarini ko‘rsatadi, haqiqiy ariza yubormaydi.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screenshot and link: https://beauty-me-tashkent-demo.netlify.app/admin/demo/ . Dashboard statistics and leads are synthetic demo data, not salon performance. Demo transport stores only per-tab sessionStorage. Real publishing, customer requests and visit collection require Supabase deployment per ADMIN_SETUP.md. Source: ADMIN_DEMO_QA.md and src/admin/demo.ts.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payloads are the exact HTTPS URLs printed on this slide. Standard QR codes use medium error correction and a four-module quiet zone. Public live URLs verified without a Netlify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d16b66a7f49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115c4d6a14b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bff7e04fd4d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14399c97f49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fe7ed172744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6a290922e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3C991-97BC-4463-88A2-1A363DEB1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651624-BE1D-4EAB-B10D-1BC3DF420C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C982F6-A1DC-40AE-AB40-CE35B9D58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02EC08-7830-4F31-BA37-ECADA2444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44CD1E-7E18-41A4-B8B9-F3D04AE253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1C6316-4D85-4776-903F-DD8D5B5EF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AC9979-786C-4E77-8D30-45E47C5B6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7B2489-B66A-4BE2-981B-34C18FEE8A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F8EA47-AB9A-4171-9DEC-D601710E3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5EC4DF-C3AD-4034-BA87-29F0C1942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06515cef244ac" /><Relationship Type="http://schemas.openxmlformats.org/officeDocument/2006/relationships/slideLayout" Target="/ppt/slideLayouts/slideLayout1.xml" Id="R05e3df8238824e03" /><Relationship Type="http://schemas.openxmlformats.org/officeDocument/2006/relationships/slideLayout" Target="/ppt/slideLayouts/slideLayout2.xml" Id="R8eb58b3ced6343c6" /><Relationship Type="http://schemas.openxmlformats.org/officeDocument/2006/relationships/slideLayout" Target="/ppt/slideLayouts/slideLayout3.xml" Id="R50f473405d704297" /><Relationship Type="http://schemas.openxmlformats.org/officeDocument/2006/relationships/slideLayout" Target="/ppt/slideLayouts/slideLayout4.xml" Id="R50f2d4c4a6434537" /><Relationship Type="http://schemas.openxmlformats.org/officeDocument/2006/relationships/slideLayout" Target="/ppt/slideLayouts/slideLayout5.xml" Id="R5e925d19e635472e" /><Relationship Type="http://schemas.openxmlformats.org/officeDocument/2006/relationships/slideLayout" Target="/ppt/slideLayouts/slideLayout6.xml" Id="R385a3836d72e40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e3df8238824e03"/>
    <p:sldLayoutId xmlns:r="http://schemas.openxmlformats.org/officeDocument/2006/relationships" id="2147483650" r:id="R8eb58b3ced6343c6"/>
    <p:sldLayoutId xmlns:r="http://schemas.openxmlformats.org/officeDocument/2006/relationships" id="2147483651" r:id="R50f473405d704297"/>
    <p:sldLayoutId xmlns:r="http://schemas.openxmlformats.org/officeDocument/2006/relationships" id="2147483652" r:id="R50f2d4c4a6434537"/>
    <p:sldLayoutId xmlns:r="http://schemas.openxmlformats.org/officeDocument/2006/relationships" id="2147483653" r:id="R5e925d19e635472e"/>
    <p:sldLayoutId xmlns:r="http://schemas.openxmlformats.org/officeDocument/2006/relationships" id="2147483654" r:id="R385a3836d72e40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24435c3644b0a" /><Relationship Type="http://schemas.openxmlformats.org/officeDocument/2006/relationships/image" Target="/ppt/media/image.bin" Id="R8123474b300641b8" /><Relationship Type="http://schemas.openxmlformats.org/officeDocument/2006/relationships/notesSlide" Target="/ppt/notesSlides/notesSlide1.xml" Id="Rb63fee0af206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67658f2f44dbc" /><Relationship Type="http://schemas.openxmlformats.org/officeDocument/2006/relationships/image" Target="/ppt/media/image.png" Id="Ra35ee9d0179e42c2" /><Relationship Type="http://schemas.openxmlformats.org/officeDocument/2006/relationships/notesSlide" Target="/ppt/notesSlides/notesSlide2.xml" Id="Rfdf47cb9580245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57c0c230b4113" /><Relationship Type="http://schemas.openxmlformats.org/officeDocument/2006/relationships/image" Target="/ppt/media/image2.png" Id="R0ae3a655cad34153" /><Relationship Type="http://schemas.openxmlformats.org/officeDocument/2006/relationships/image" Target="/ppt/media/image3.png" Id="R475d8347b1ab4e37" /><Relationship Type="http://schemas.openxmlformats.org/officeDocument/2006/relationships/notesSlide" Target="/ppt/notesSlides/notesSlide3.xml" Id="Re91587d5a4a8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3fecf795a461e" /><Relationship Type="http://schemas.openxmlformats.org/officeDocument/2006/relationships/image" Target="/ppt/media/image4.png" Id="R02fcfe414ae84857" /><Relationship Type="http://schemas.openxmlformats.org/officeDocument/2006/relationships/notesSlide" Target="/ppt/notesSlides/notesSlide4.xml" Id="R7cd2e9ee0dfe49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fda47bc0b4ba4" /><Relationship Type="http://schemas.openxmlformats.org/officeDocument/2006/relationships/image" Target="/ppt/media/image5.png" Id="Raa968d5065e54bf7" /><Relationship Type="http://schemas.openxmlformats.org/officeDocument/2006/relationships/image" Target="/ppt/media/image6.png" Id="R3cdb922ab84d43d5" /><Relationship Type="http://schemas.openxmlformats.org/officeDocument/2006/relationships/hyperlink" Target="https://beauty-me-tashkent-demo.netlify.app/uz/" TargetMode="External" Id="R5c445598af76402a" /><Relationship Type="http://schemas.openxmlformats.org/officeDocument/2006/relationships/hyperlink" Target="https://beauty-me-tashkent-demo.netlify.app/admin/demo/" TargetMode="External" Id="R0c2f13aec65f44a5" /><Relationship Type="http://schemas.openxmlformats.org/officeDocument/2006/relationships/notesSlide" Target="/ppt/notesSlides/notesSlide5.xml" Id="R265ac79f1b09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B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36AC2-1990-4383-BFBD-FE2BB91C7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3474b300641b8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eauty Me">
            <a:extLst xmlns:a="http://schemas.openxmlformats.org/drawingml/2006/main">
              <a:ext uri="{FF2B5EF4-FFF2-40B4-BE49-F238E27FC236}">
                <a16:creationId xmlns:a16="http://schemas.microsoft.com/office/drawing/2014/main" id="{8F3AB946-5E58-4C1C-B3B8-31D2EB96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590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630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Beauty Me</a:t>
            </a:r>
          </a:p>
        </p:txBody>
      </p:sp>
      <p:sp>
        <p:nvSpPr>
          <p:cNvPr id="3" name="Salonning&#10;onlayn manzili">
            <a:extLst xmlns:a="http://schemas.openxmlformats.org/drawingml/2006/main">
              <a:ext uri="{FF2B5EF4-FFF2-40B4-BE49-F238E27FC236}">
                <a16:creationId xmlns:a16="http://schemas.microsoft.com/office/drawing/2014/main" id="{1508E1D1-FD21-4419-B5F7-DDE856B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5953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Salonning</a:t>
            </a:r>
          </a:p>
          <a:p xmlns:a="http://schemas.openxmlformats.org/drawingml/2006/main"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onlayn manzili</a:t>
            </a:r>
          </a:p>
        </p:txBody>
      </p:sp>
      <p:sp>
        <p:nvSpPr>
          <p:cNvPr id="4" name="Xizmatlarni ko‘rsatish va&#10;mijozga bog‘lanishni oso">
            <a:extLst xmlns:a="http://schemas.openxmlformats.org/drawingml/2006/main">
              <a:ext uri="{FF2B5EF4-FFF2-40B4-BE49-F238E27FC236}">
                <a16:creationId xmlns:a16="http://schemas.microsoft.com/office/drawing/2014/main" id="{34F591D5-1111-4253-B58D-9DD483D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Xizmatlarni ko‘rsatish va</a:t>
            </a:r>
          </a:p>
          <a:p xmlns:a="http://schemas.openxmlformats.org/drawingml/2006/main"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mijozga bog‘lanishni osonlashtirish</a:t>
            </a:r>
          </a:p>
        </p:txBody>
      </p:sp>
      <p:sp>
        <p:nvSpPr>
          <p:cNvPr id="5" name="Veb sayt va admin panel taqdimoti">
            <a:extLst xmlns:a="http://schemas.openxmlformats.org/drawingml/2006/main">
              <a:ext uri="{FF2B5EF4-FFF2-40B4-BE49-F238E27FC236}">
                <a16:creationId xmlns:a16="http://schemas.microsoft.com/office/drawing/2014/main" id="{CB11EC2C-5DA5-49E6-9EEA-A5AF65D1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566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EE6"/>
                </a:solidFill>
                <a:latin typeface="Arial"/>
                <a:ea typeface="Arial"/>
                <a:cs typeface="Arial"/>
              </a:rPr>
              <a:t>Veb sayt va admin panel taqdimoti</a:t>
            </a:r>
          </a:p>
        </p:txBody>
      </p:sp>
    </p:spTree>
    <p:extLst>
      <p:ext uri="{BB962C8B-B14F-4D97-AF65-F5344CB8AC3E}">
        <p14:creationId xmlns:p14="http://schemas.microsoft.com/office/powerpoint/2010/main" val="1034026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znesga foydasi">
            <a:extLst xmlns:a="http://schemas.openxmlformats.org/drawingml/2006/main">
              <a:ext uri="{FF2B5EF4-FFF2-40B4-BE49-F238E27FC236}">
                <a16:creationId xmlns:a16="http://schemas.microsoft.com/office/drawing/2014/main" id="{2C62ADA3-5F8A-4C54-8CB0-CB7081E8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Biznesga foydasi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D36A874-EC4C-444A-A9DB-6A42DDF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Ko‘proq ishonch">
            <a:extLst xmlns:a="http://schemas.openxmlformats.org/drawingml/2006/main">
              <a:ext uri="{FF2B5EF4-FFF2-40B4-BE49-F238E27FC236}">
                <a16:creationId xmlns:a16="http://schemas.microsoft.com/office/drawing/2014/main" id="{333C6FFB-D64D-40BD-B992-9FA885E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240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Ko‘proq ishonch</a:t>
            </a:r>
          </a:p>
        </p:txBody>
      </p:sp>
      <p:sp>
        <p:nvSpPr>
          <p:cNvPr id="4" name="Salonning haqiqiy ishlari va xizmatlari&#10;mijozga ta">
            <a:extLst xmlns:a="http://schemas.openxmlformats.org/drawingml/2006/main">
              <a:ext uri="{FF2B5EF4-FFF2-40B4-BE49-F238E27FC236}">
                <a16:creationId xmlns:a16="http://schemas.microsoft.com/office/drawing/2014/main" id="{A7C4827E-BB2E-495D-967D-8CA5167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240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Salonning haqiqiy ishlari va xizmatlari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mijozga tanlashda yordam beradi.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67A301EF-63A8-438B-8286-4E2AF402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Yozilish osonroq">
            <a:extLst xmlns:a="http://schemas.openxmlformats.org/drawingml/2006/main">
              <a:ext uri="{FF2B5EF4-FFF2-40B4-BE49-F238E27FC236}">
                <a16:creationId xmlns:a16="http://schemas.microsoft.com/office/drawing/2014/main" id="{9610B10F-4DA9-49FE-BBF6-AB4FE01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Yozilish osonroq</a:t>
            </a:r>
          </a:p>
        </p:txBody>
      </p:sp>
      <p:sp>
        <p:nvSpPr>
          <p:cNvPr id="7" name="Xizmatni tanlash, Telegram yoki&#10;telefon orqali bog">
            <a:extLst xmlns:a="http://schemas.openxmlformats.org/drawingml/2006/main">
              <a:ext uri="{FF2B5EF4-FFF2-40B4-BE49-F238E27FC236}">
                <a16:creationId xmlns:a16="http://schemas.microsoft.com/office/drawing/2014/main" id="{8303E0D7-6ADA-4F74-8D56-CAFCD82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Xizmatni tanlash, Telegram yoki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telefon orqali bog‘lanish bir joyda.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3CBBF42B-FE7A-41B4-8AE9-DA8AF39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Kamroq takroriy savol">
            <a:extLst xmlns:a="http://schemas.openxmlformats.org/drawingml/2006/main">
              <a:ext uri="{FF2B5EF4-FFF2-40B4-BE49-F238E27FC236}">
                <a16:creationId xmlns:a16="http://schemas.microsoft.com/office/drawing/2014/main" id="{8DE415A1-3BB3-4EA8-9048-99786C52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624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Kamroq takroriy savol</a:t>
            </a:r>
          </a:p>
        </p:txBody>
      </p:sp>
      <p:sp>
        <p:nvSpPr>
          <p:cNvPr id="10" name="Xizmatlar, manzil va aloqa ma’lumotini&#10;mijoz saytn">
            <a:extLst xmlns:a="http://schemas.openxmlformats.org/drawingml/2006/main">
              <a:ext uri="{FF2B5EF4-FFF2-40B4-BE49-F238E27FC236}">
                <a16:creationId xmlns:a16="http://schemas.microsoft.com/office/drawing/2014/main" id="{A9D2D4A7-B03C-46F5-9FC7-8964970D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624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Xizmatlar, manzil va aloqa ma’lumotini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 saytning o‘zida ko‘radi.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5ABEB438-F5C4-442A-AEB0-437471C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Reklama uchun bitta havola">
            <a:extLst xmlns:a="http://schemas.openxmlformats.org/drawingml/2006/main">
              <a:ext uri="{FF2B5EF4-FFF2-40B4-BE49-F238E27FC236}">
                <a16:creationId xmlns:a16="http://schemas.microsoft.com/office/drawing/2014/main" id="{F6CA9BB0-F2CD-48BD-9549-B5E0379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816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Reklama uchun bitta havola</a:t>
            </a:r>
          </a:p>
        </p:txBody>
      </p:sp>
      <p:sp>
        <p:nvSpPr>
          <p:cNvPr id="13" name="Instagram bio, QR va reklama&#10;mijozni bir manzilga ">
            <a:extLst xmlns:a="http://schemas.openxmlformats.org/drawingml/2006/main">
              <a:ext uri="{FF2B5EF4-FFF2-40B4-BE49-F238E27FC236}">
                <a16:creationId xmlns:a16="http://schemas.microsoft.com/office/drawing/2014/main" id="{7A18D713-7931-4338-98B7-7D6F79E8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816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Instagram bio, QR va reklama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mijozni bir manzilga olib keladi.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C918C-B449-462B-AAA8-C8108B5C8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ee9d0179e42c2"/>
          <a:stretch xmlns:a="http://schemas.openxmlformats.org/drawingml/2006/main"/>
        </p:blipFill>
        <p:spPr>
          <a:xfrm xmlns:a="http://schemas.openxmlformats.org/drawingml/2006/main">
            <a:off x="5972281" y="1609725"/>
            <a:ext cx="5800513" cy="3838575"/>
          </a:xfrm>
          <a:prstGeom xmlns:a="http://schemas.openxmlformats.org/drawingml/2006/main" prst="rect">
            <a:avLst/>
          </a:prstGeom>
        </p:spPr>
      </p:pic>
      <p:sp>
        <p:nvSpPr>
          <p:cNvPr id="15" name="Beauty Me uslubiga mos ranglar,&#10;yirik suratlar va ">
            <a:extLst xmlns:a="http://schemas.openxmlformats.org/drawingml/2006/main">
              <a:ext uri="{FF2B5EF4-FFF2-40B4-BE49-F238E27FC236}">
                <a16:creationId xmlns:a16="http://schemas.microsoft.com/office/drawing/2014/main" id="{088BAAD2-61C5-4395-81ED-1EC2C4C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521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Beauty Me uslubiga mos ranglar,</a:t>
            </a:r>
          </a:p>
          <a:p xmlns:a="http://schemas.openxmlformats.org/drawingml/2006/main"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yirik suratlar va aniq yozilish tugmasi</a:t>
            </a:r>
          </a:p>
        </p:txBody>
      </p:sp>
    </p:spTree>
    <p:extLst>
      <p:ext uri="{BB962C8B-B14F-4D97-AF65-F5344CB8AC3E}">
        <p14:creationId xmlns:p14="http://schemas.microsoft.com/office/powerpoint/2010/main" val="1912474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B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ijoz uchun qulay ko‘rinish">
            <a:extLst xmlns:a="http://schemas.openxmlformats.org/drawingml/2006/main">
              <a:ext uri="{FF2B5EF4-FFF2-40B4-BE49-F238E27FC236}">
                <a16:creationId xmlns:a16="http://schemas.microsoft.com/office/drawing/2014/main" id="{3294F69A-A010-4D57-9FCB-35B5D1DC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Mijoz uchun qulay ko‘rinish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5241-A6D4-4272-9F50-8A7C51F27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3a655cad34153"/>
          <a:stretch xmlns:a="http://schemas.openxmlformats.org/drawingml/2006/main"/>
        </p:blipFill>
        <p:spPr>
          <a:xfrm xmlns:a="http://schemas.openxmlformats.org/drawingml/2006/main">
            <a:off x="609600" y="1467290"/>
            <a:ext cx="2200275" cy="476162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D6572-1C00-47AD-8918-08780AE48A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d8347b1ab4e37"/>
          <a:stretch xmlns:a="http://schemas.openxmlformats.org/drawingml/2006/main"/>
        </p:blipFill>
        <p:spPr>
          <a:xfrm xmlns:a="http://schemas.openxmlformats.org/drawingml/2006/main">
            <a:off x="3067050" y="1467290"/>
            <a:ext cx="2200275" cy="4761621"/>
          </a:xfrm>
          <a:prstGeom xmlns:a="http://schemas.openxmlformats.org/drawingml/2006/main" prst="rect">
            <a:avLst/>
          </a:prstGeom>
        </p:spPr>
      </p:pic>
      <p:sp>
        <p:nvSpPr>
          <p:cNvPr id="4" name="6 xizmat yo‘nalishi">
            <a:extLst xmlns:a="http://schemas.openxmlformats.org/drawingml/2006/main">
              <a:ext uri="{FF2B5EF4-FFF2-40B4-BE49-F238E27FC236}">
                <a16:creationId xmlns:a16="http://schemas.microsoft.com/office/drawing/2014/main" id="{A1C21598-C304-447F-99F1-13601E20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6 xizmat yo‘nalishi</a:t>
            </a:r>
          </a:p>
        </p:txBody>
      </p:sp>
      <p:sp>
        <p:nvSpPr>
          <p:cNvPr id="5" name="Soch, tirnoq, kosmetologiya, qosh va&#10;kiprik, makiy">
            <a:extLst xmlns:a="http://schemas.openxmlformats.org/drawingml/2006/main">
              <a:ext uri="{FF2B5EF4-FFF2-40B4-BE49-F238E27FC236}">
                <a16:creationId xmlns:a16="http://schemas.microsoft.com/office/drawing/2014/main" id="{4E632AB1-CB14-450D-9A1D-EC40FDCD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Soch, tirnoq, kosmetologiya, qosh va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kiprik, makiyaj hamda massaj</a:t>
            </a:r>
          </a:p>
        </p:txBody>
      </p:sp>
      <p:sp>
        <p:nvSpPr>
          <p:cNvPr id="6" name="Haqiqiy ishlar galereyasi">
            <a:extLst xmlns:a="http://schemas.openxmlformats.org/drawingml/2006/main">
              <a:ext uri="{FF2B5EF4-FFF2-40B4-BE49-F238E27FC236}">
                <a16:creationId xmlns:a16="http://schemas.microsoft.com/office/drawing/2014/main" id="{446B987C-1581-4869-8B44-76D4B15A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50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Haqiqiy ishlar galereyasi</a:t>
            </a:r>
          </a:p>
        </p:txBody>
      </p:sp>
      <p:sp>
        <p:nvSpPr>
          <p:cNvPr id="7" name="Filtrlar, suratni kattalashtirish,&#10;salon haqida va">
            <a:extLst xmlns:a="http://schemas.openxmlformats.org/drawingml/2006/main">
              <a:ext uri="{FF2B5EF4-FFF2-40B4-BE49-F238E27FC236}">
                <a16:creationId xmlns:a16="http://schemas.microsoft.com/office/drawing/2014/main" id="{913BAB5C-DE09-4E29-ACB6-4CE5621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546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Filtrlar, suratni kattalashtirish,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salon haqida va aloqa sahifalari</a:t>
            </a:r>
          </a:p>
        </p:txBody>
      </p:sp>
      <p:sp>
        <p:nvSpPr>
          <p:cNvPr id="8" name="Telefon va kompyuter uchun">
            <a:extLst xmlns:a="http://schemas.openxmlformats.org/drawingml/2006/main">
              <a:ext uri="{FF2B5EF4-FFF2-40B4-BE49-F238E27FC236}">
                <a16:creationId xmlns:a16="http://schemas.microsoft.com/office/drawing/2014/main" id="{895DB7C3-CF44-41C2-ABE9-28515570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Telefon va kompyuter uchun</a:t>
            </a:r>
          </a:p>
        </p:txBody>
      </p:sp>
      <p:sp>
        <p:nvSpPr>
          <p:cNvPr id="9" name="UZ/RU tillari, ijodiy o‘tishlar,&#10;yozilish formasi ">
            <a:extLst xmlns:a="http://schemas.openxmlformats.org/drawingml/2006/main">
              <a:ext uri="{FF2B5EF4-FFF2-40B4-BE49-F238E27FC236}">
                <a16:creationId xmlns:a16="http://schemas.microsoft.com/office/drawing/2014/main" id="{D38CD78E-3070-485C-B18F-E3397F6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5438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UZ/RU tillari, ijodiy o‘tishlar,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yozilish formasi va Telegram havolasi</a:t>
            </a:r>
          </a:p>
        </p:txBody>
      </p:sp>
    </p:spTree>
    <p:extLst>
      <p:ext uri="{BB962C8B-B14F-4D97-AF65-F5344CB8AC3E}">
        <p14:creationId xmlns:p14="http://schemas.microsoft.com/office/powerpoint/2010/main" val="1218977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oshqaruv o‘z qo‘lingizda">
            <a:extLst xmlns:a="http://schemas.openxmlformats.org/drawingml/2006/main">
              <a:ext uri="{FF2B5EF4-FFF2-40B4-BE49-F238E27FC236}">
                <a16:creationId xmlns:a16="http://schemas.microsoft.com/office/drawing/2014/main" id="{6C266966-776C-49BC-A95D-8392BD3D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Boshqaruv o‘z qo‘lingizda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6A7F-0CFE-4CCC-8E91-9D1825E0D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cfe414ae84857"/>
          <a:stretch xmlns:a="http://schemas.openxmlformats.org/drawingml/2006/main"/>
        </p:blipFill>
        <p:spPr>
          <a:xfrm xmlns:a="http://schemas.openxmlformats.org/drawingml/2006/main">
            <a:off x="592243" y="1609725"/>
            <a:ext cx="7311813" cy="4838700"/>
          </a:xfrm>
          <a:prstGeom xmlns:a="http://schemas.openxmlformats.org/drawingml/2006/main" prst="rect">
            <a:avLst/>
          </a:prstGeom>
        </p:spPr>
      </p:pic>
      <p:sp>
        <p:nvSpPr>
          <p:cNvPr id="3" name="Matn va rasmlar">
            <a:extLst xmlns:a="http://schemas.openxmlformats.org/drawingml/2006/main">
              <a:ext uri="{FF2B5EF4-FFF2-40B4-BE49-F238E27FC236}">
                <a16:creationId xmlns:a16="http://schemas.microsoft.com/office/drawing/2014/main" id="{6E3ED84B-A99D-4E41-9218-2728A025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Matn va rasmlar</a:t>
            </a:r>
          </a:p>
        </p:txBody>
      </p:sp>
      <p:sp>
        <p:nvSpPr>
          <p:cNvPr id="4" name="Rasm yuklash, kesimini tanlash,&#10;xizmat va ma’lumot">
            <a:extLst xmlns:a="http://schemas.openxmlformats.org/drawingml/2006/main">
              <a:ext uri="{FF2B5EF4-FFF2-40B4-BE49-F238E27FC236}">
                <a16:creationId xmlns:a16="http://schemas.microsoft.com/office/drawing/2014/main" id="{90137306-B9F8-4AB5-8342-1D09B66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Rasm yuklash, kesimini tanlash,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 va ma’lumotni yangilash</a:t>
            </a:r>
          </a:p>
        </p:txBody>
      </p:sp>
      <p:sp>
        <p:nvSpPr>
          <p:cNvPr id="5" name="Mijoz so‘rovlari">
            <a:extLst xmlns:a="http://schemas.openxmlformats.org/drawingml/2006/main">
              <a:ext uri="{FF2B5EF4-FFF2-40B4-BE49-F238E27FC236}">
                <a16:creationId xmlns:a16="http://schemas.microsoft.com/office/drawing/2014/main" id="{6608D4AD-AC4E-49BE-BCD3-8FAC71F5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Mijoz so‘rovlari</a:t>
            </a:r>
          </a:p>
        </p:txBody>
      </p:sp>
      <p:sp>
        <p:nvSpPr>
          <p:cNvPr id="6" name="Holat, izoh, mas’ul xodim&#10;va CSV eksport">
            <a:extLst xmlns:a="http://schemas.openxmlformats.org/drawingml/2006/main">
              <a:ext uri="{FF2B5EF4-FFF2-40B4-BE49-F238E27FC236}">
                <a16:creationId xmlns:a16="http://schemas.microsoft.com/office/drawing/2014/main" id="{960060FA-F163-43CB-8F31-85DD9B3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Holat, izoh, mas’ul xodim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va CSV eksport</a:t>
            </a:r>
          </a:p>
        </p:txBody>
      </p:sp>
      <p:sp>
        <p:nvSpPr>
          <p:cNvPr id="7" name="Statistika va nazorat">
            <a:extLst xmlns:a="http://schemas.openxmlformats.org/drawingml/2006/main">
              <a:ext uri="{FF2B5EF4-FFF2-40B4-BE49-F238E27FC236}">
                <a16:creationId xmlns:a16="http://schemas.microsoft.com/office/drawing/2014/main" id="{6817BA81-1C6E-45E0-8E77-CB0B2FE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Statistika va nazorat</a:t>
            </a:r>
          </a:p>
        </p:txBody>
      </p:sp>
      <p:sp>
        <p:nvSpPr>
          <p:cNvPr id="8" name="Tashriflar, Telegram bosishlari,&#10;xodimlar va nashr">
            <a:extLst xmlns:a="http://schemas.openxmlformats.org/drawingml/2006/main">
              <a:ext uri="{FF2B5EF4-FFF2-40B4-BE49-F238E27FC236}">
                <a16:creationId xmlns:a16="http://schemas.microsoft.com/office/drawing/2014/main" id="{6508ACAD-D6F4-4C31-BEFE-9385A757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48225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Tashriflar, Telegram bosishlari,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xodimlar va nashrlar tarixi</a:t>
            </a:r>
          </a:p>
        </p:txBody>
      </p:sp>
      <p:sp>
        <p:nvSpPr>
          <p:cNvPr id="9" name="Demo: raqamlar namuna, tahrirlar brauzerda. Haqiqi">
            <a:extLst xmlns:a="http://schemas.openxmlformats.org/drawingml/2006/main">
              <a:ext uri="{FF2B5EF4-FFF2-40B4-BE49-F238E27FC236}">
                <a16:creationId xmlns:a16="http://schemas.microsoft.com/office/drawing/2014/main" id="{C5670212-FEF7-4B87-A635-87D63B7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Demo: raqamlar namuna, tahrirlar brauzerda. Haqiqiy boshqaruv uchun baza ulanishi kerak.</a:t>
            </a:r>
          </a:p>
        </p:txBody>
      </p:sp>
    </p:spTree>
    <p:extLst>
      <p:ext uri="{BB962C8B-B14F-4D97-AF65-F5344CB8AC3E}">
        <p14:creationId xmlns:p14="http://schemas.microsoft.com/office/powerpoint/2010/main" val="1393929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ayt va panelni sinab ko‘rish">
            <a:extLst xmlns:a="http://schemas.openxmlformats.org/drawingml/2006/main">
              <a:ext uri="{FF2B5EF4-FFF2-40B4-BE49-F238E27FC236}">
                <a16:creationId xmlns:a16="http://schemas.microsoft.com/office/drawing/2014/main" id="{86A3195B-5C5E-4B4E-BE45-3A1D6F0B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8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Sayt va panelni sinab ko‘rish</a:t>
            </a:r>
          </a:p>
        </p:txBody>
      </p:sp>
      <p:sp>
        <p:nvSpPr>
          <p:cNvPr id="2" name="QR kodni kamera bilan oching yoki havolani bosing">
            <a:extLst xmlns:a="http://schemas.openxmlformats.org/drawingml/2006/main">
              <a:ext uri="{FF2B5EF4-FFF2-40B4-BE49-F238E27FC236}">
                <a16:creationId xmlns:a16="http://schemas.microsoft.com/office/drawing/2014/main" id="{10869FB6-8A04-4658-9196-D751DCA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QR kodni kamera bilan oching yoki havolani bosing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19A5-6BE1-4FF0-A751-ABBBA9991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68d5065e54bf7"/>
          <a:stretch xmlns:a="http://schemas.openxmlformats.org/drawingml/2006/main"/>
        </p:blipFill>
        <p:spPr>
          <a:xfrm xmlns:a="http://schemas.openxmlformats.org/drawingml/2006/main">
            <a:off x="1428750" y="2143125"/>
            <a:ext cx="2476500" cy="247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B23A5-743C-40A0-8367-8CB1AD572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b922ab84d43d5"/>
          <a:stretch xmlns:a="http://schemas.openxmlformats.org/drawingml/2006/main"/>
        </p:blipFill>
        <p:spPr>
          <a:xfrm xmlns:a="http://schemas.openxmlformats.org/drawingml/2006/main">
            <a:off x="7448550" y="214312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Mijoz uchun sayt">
            <a:extLst xmlns:a="http://schemas.openxmlformats.org/drawingml/2006/main">
              <a:ext uri="{FF2B5EF4-FFF2-40B4-BE49-F238E27FC236}">
                <a16:creationId xmlns:a16="http://schemas.microsoft.com/office/drawing/2014/main" id="{6D345DEC-DA4E-4DE4-A5E8-4559BA6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Mijoz uchun sayt</a:t>
            </a:r>
          </a:p>
        </p:txBody>
      </p:sp>
      <p:sp>
        <p:nvSpPr>
          <p:cNvPr id="6" name="Admin demo">
            <a:extLst xmlns:a="http://schemas.openxmlformats.org/drawingml/2006/main">
              <a:ext uri="{FF2B5EF4-FFF2-40B4-BE49-F238E27FC236}">
                <a16:creationId xmlns:a16="http://schemas.microsoft.com/office/drawing/2014/main" id="{A490F168-9AEC-47EF-B398-EEE6327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Admin demo</a:t>
            </a:r>
          </a:p>
        </p:txBody>
      </p:sp>
      <p:sp>
        <p:nvSpPr>
          <p:cNvPr id="7" name="beauty-me-tashkent-demo.netlify.app/uz/">
            <a:extLst xmlns:a="http://schemas.openxmlformats.org/drawingml/2006/main">
              <a:ext uri="{FF2B5EF4-FFF2-40B4-BE49-F238E27FC236}">
                <a16:creationId xmlns:a16="http://schemas.microsoft.com/office/drawing/2014/main" id="{C4CDE18A-2601-49AF-986D-6EAF812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531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182A"/>
                </a:solidFill>
                <a:latin typeface="Arial"/>
                <a:ea typeface="Arial"/>
                <a:cs typeface="Arial"/>
                <a:hlinkClick xmlns:r="http://schemas.openxmlformats.org/officeDocument/2006/relationships" r:id="R5c445598af76402a"/>
              </a:rPr>
              <a:t>beauty-me-tashkent-demo.netlify.app/uz/</a:t>
            </a:r>
          </a:p>
        </p:txBody>
      </p:sp>
      <p:sp>
        <p:nvSpPr>
          <p:cNvPr id="8" name="beauty-me-tashkent-demo.netlify.app/admin/demo/">
            <a:extLst xmlns:a="http://schemas.openxmlformats.org/drawingml/2006/main">
              <a:ext uri="{FF2B5EF4-FFF2-40B4-BE49-F238E27FC236}">
                <a16:creationId xmlns:a16="http://schemas.microsoft.com/office/drawing/2014/main" id="{BD438B32-E9C0-4BB4-8115-DAD09A1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182A"/>
                </a:solidFill>
                <a:latin typeface="Arial"/>
                <a:ea typeface="Arial"/>
                <a:cs typeface="Arial"/>
                <a:hlinkClick xmlns:r="http://schemas.openxmlformats.org/officeDocument/2006/relationships" r:id="R0c2f13aec65f44a5"/>
              </a:rPr>
              <a:t>beauty-me-tashkent-demo.netlify.app/admin/demo/</a:t>
            </a:r>
          </a:p>
        </p:txBody>
      </p:sp>
      <p:sp>
        <p:nvSpPr>
          <p:cNvPr id="9" name="Admin parolsiz ochiladi. Namuna ma’lumotlarini tah">
            <a:extLst xmlns:a="http://schemas.openxmlformats.org/drawingml/2006/main">
              <a:ext uri="{FF2B5EF4-FFF2-40B4-BE49-F238E27FC236}">
                <a16:creationId xmlns:a16="http://schemas.microsoft.com/office/drawing/2014/main" id="{5E654D89-7CCD-47C8-88F0-6012A42C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Admin parolsiz ochiladi. Namuna ma’lumotlarini tahrirlab ko‘rishingiz mumkin.</a:t>
            </a:r>
          </a:p>
        </p:txBody>
      </p:sp>
    </p:spTree>
    <p:extLst>
      <p:ext uri="{BB962C8B-B14F-4D97-AF65-F5344CB8AC3E}">
        <p14:creationId xmlns:p14="http://schemas.microsoft.com/office/powerpoint/2010/main" val="1932576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2026-10-09T12:00:53.9710000Z</dcterms:created>
  <dcterms:modified xsi:type="dcterms:W3CDTF">2026-10-09T12:00:53.9710000Z</dcterms:modified>
</coreProperties>
</file>