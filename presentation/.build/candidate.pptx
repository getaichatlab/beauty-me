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a31ecaa49e42f5" /><Relationship Type="http://schemas.openxmlformats.org/officeDocument/2006/relationships/extended-properties" Target="/docProps/app.xml" Id="R5762608d1c904467" /><Relationship Type="http://schemas.openxmlformats.org/officeDocument/2006/relationships/officeDocument" Target="/ppt/presentation.xml" Id="Rbb69bd0bf413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fb3b43754649b0"/>
  </p:sldMasterIdLst>
  <p:notesMasterIdLst>
    <p:notesMasterId xmlns:r="http://schemas.openxmlformats.org/officeDocument/2006/relationships" r:id="R5863222fbc574935"/>
  </p:notesMasterIdLst>
  <p:sldIdLst>
    <p:sldId xmlns:r="http://schemas.openxmlformats.org/officeDocument/2006/relationships" id="256" r:id="Rdca71977c57b4c32"/>
    <p:sldId xmlns:r="http://schemas.openxmlformats.org/officeDocument/2006/relationships" id="257" r:id="R99514f7a16d043d1"/>
    <p:sldId xmlns:r="http://schemas.openxmlformats.org/officeDocument/2006/relationships" id="258" r:id="R93612659b81b47d1"/>
    <p:sldId xmlns:r="http://schemas.openxmlformats.org/officeDocument/2006/relationships" id="259" r:id="Ra4835c50c60244e0"/>
    <p:sldId xmlns:r="http://schemas.openxmlformats.org/officeDocument/2006/relationships" id="260" r:id="Ra6655834594d40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a1ba4318bb4d48" /><Relationship Type="http://schemas.openxmlformats.org/officeDocument/2006/relationships/slideMaster" Target="/ppt/slideMasters/slideMaster1.xml" Id="Redfb3b43754649b0" /><Relationship Type="http://schemas.openxmlformats.org/officeDocument/2006/relationships/notesMaster" Target="/ppt/notesMasters/notesMaster1.xml" Id="R5863222fbc574935" /><Relationship Type="http://schemas.openxmlformats.org/officeDocument/2006/relationships/presProps" Target="/ppt/presProps.xml" Id="Rc760f50af2654f41" /><Relationship Type="http://schemas.openxmlformats.org/officeDocument/2006/relationships/tableStyles" Target="/ppt/tableStyles.xml" Id="R65dc1ef508fb4b36" /><Relationship Type="http://schemas.openxmlformats.org/officeDocument/2006/relationships/slide" Target="/ppt/slides/slide1.xml" Id="Rdca71977c57b4c32" /><Relationship Type="http://schemas.openxmlformats.org/officeDocument/2006/relationships/slide" Target="/ppt/slides/slide2.xml" Id="R99514f7a16d043d1" /><Relationship Type="http://schemas.openxmlformats.org/officeDocument/2006/relationships/slide" Target="/ppt/slides/slide3.xml" Id="R93612659b81b47d1" /><Relationship Type="http://schemas.openxmlformats.org/officeDocument/2006/relationships/slide" Target="/ppt/slides/slide4.xml" Id="Ra4835c50c60244e0" /><Relationship Type="http://schemas.openxmlformats.org/officeDocument/2006/relationships/slide" Target="/ppt/slides/slide5.xml" Id="Ra6655834594d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17c6b25b754e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9a08b474d4d3c" /><Relationship Type="http://schemas.openxmlformats.org/officeDocument/2006/relationships/notesMaster" Target="/ppt/notesMasters/notesMaster1.xml" Id="Rd2e76523ae5f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58f9e9bd434798" /><Relationship Type="http://schemas.openxmlformats.org/officeDocument/2006/relationships/notesMaster" Target="/ppt/notesMasters/notesMaster1.xml" Id="R4826cb020126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76b252da84a12" /><Relationship Type="http://schemas.openxmlformats.org/officeDocument/2006/relationships/notesMaster" Target="/ppt/notesMasters/notesMaster1.xml" Id="R35706e51b6d243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bf007b8fba4518" /><Relationship Type="http://schemas.openxmlformats.org/officeDocument/2006/relationships/notesMaster" Target="/ppt/notesMasters/notesMaster1.xml" Id="R84478a9d11a042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b2b8a239d24516" /><Relationship Type="http://schemas.openxmlformats.org/officeDocument/2006/relationships/notesMaster" Target="/ppt/notesMasters/notesMaster1.xml" Id="R61fb363e2978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Beauty Me uchun tayyorlangan mustaqil demo konsepti. Haqiqiy surat salonning Instagram postidan: https://www.instagram.com/beautyme_uz/p/CZya3dgt4T8/ . Sayt: https://beauty-me-tashkent-demo.netlify.app/uz/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Skrinshot: https://beauty-me-tashkent-demo.netlify.app/uz/ . Ko‘rsatilgan foydalar interfeys vazifalaridan kelib chiqadigan imkoniyatlar, savdo yoki konversiya natijasiga kafolat berilmaydi. Hozirgi yozilish forma rejimi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Haqiqiy mobil skrinshotlar: https://beauty-me-tashkent-demo.netlify.app/uz/ va https://beauty-me-tashkent-demo.netlify.app/uz/gallery/ . Funksiyalar loyiha src/data/content.ts, Gallery va Booking komponentlari orqali tekshirilgan. Yozilish demo bosqichlarini ko‘rsatadi, haqiqiy ariza yubormaydi.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screenshot and link: https://beauty-me-tashkent-demo.netlify.app/admin/demo/ . Dashboard statistics and leads are synthetic demo data, not salon performance. Demo transport stores only per-tab sessionStorage. Real publishing, customer requests and visit collection require Supabase deployment per ADMIN_SETUP.md. Source: ADMIN_DEMO_QA.md and src/admin/demo.ts.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 payloads are the exact HTTPS URLs printed on this slide. Standard QR codes use medium error correction and a four-module quiet zone. Public live URLs verified without a Netlify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77d1cc8bf41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d9c2088f145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17dbe2f0740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1c90f13684f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9cb0b77304f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f60c4447e45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49D1DB-FD05-4497-9654-CAD215AAC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DE4380-48B2-4CC7-B0A5-20ADBF8914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42445B-0BAB-47DC-9E39-E73D569ED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0893ED-CF22-4944-903D-CABF9EBB4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DEFF91-24C8-46CC-82B1-FAF82AC2A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3CEF22-9C84-4D79-845F-08CE60D92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EB9E5D-2242-47BD-B35B-E12D421079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8B4506-9DE6-41A6-96AD-0B94208396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DA2C25-717C-4EBB-9A1A-862C32A8A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5B7A19-8CD7-495B-94C9-C9C075A118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956dfbd4654c40" /><Relationship Type="http://schemas.openxmlformats.org/officeDocument/2006/relationships/slideLayout" Target="/ppt/slideLayouts/slideLayout1.xml" Id="R769d3998c7cb4e0b" /><Relationship Type="http://schemas.openxmlformats.org/officeDocument/2006/relationships/slideLayout" Target="/ppt/slideLayouts/slideLayout2.xml" Id="R5b10de7036a344a5" /><Relationship Type="http://schemas.openxmlformats.org/officeDocument/2006/relationships/slideLayout" Target="/ppt/slideLayouts/slideLayout3.xml" Id="R65b66bb836df473d" /><Relationship Type="http://schemas.openxmlformats.org/officeDocument/2006/relationships/slideLayout" Target="/ppt/slideLayouts/slideLayout4.xml" Id="R3e211707d4f64b32" /><Relationship Type="http://schemas.openxmlformats.org/officeDocument/2006/relationships/slideLayout" Target="/ppt/slideLayouts/slideLayout5.xml" Id="R56d6e2c88f0c43e3" /><Relationship Type="http://schemas.openxmlformats.org/officeDocument/2006/relationships/slideLayout" Target="/ppt/slideLayouts/slideLayout6.xml" Id="R23b65cd15f3c42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9d3998c7cb4e0b"/>
    <p:sldLayoutId xmlns:r="http://schemas.openxmlformats.org/officeDocument/2006/relationships" id="2147483650" r:id="R5b10de7036a344a5"/>
    <p:sldLayoutId xmlns:r="http://schemas.openxmlformats.org/officeDocument/2006/relationships" id="2147483651" r:id="R65b66bb836df473d"/>
    <p:sldLayoutId xmlns:r="http://schemas.openxmlformats.org/officeDocument/2006/relationships" id="2147483652" r:id="R3e211707d4f64b32"/>
    <p:sldLayoutId xmlns:r="http://schemas.openxmlformats.org/officeDocument/2006/relationships" id="2147483653" r:id="R56d6e2c88f0c43e3"/>
    <p:sldLayoutId xmlns:r="http://schemas.openxmlformats.org/officeDocument/2006/relationships" id="2147483654" r:id="R23b65cd15f3c42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7e6cb48b54c89" /><Relationship Type="http://schemas.openxmlformats.org/officeDocument/2006/relationships/image" Target="/ppt/media/image.bin" Id="R1c826ac59f4d4963" /><Relationship Type="http://schemas.openxmlformats.org/officeDocument/2006/relationships/notesSlide" Target="/ppt/notesSlides/notesSlide1.xml" Id="R606c4daede3a4e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02106119e4d5b" /><Relationship Type="http://schemas.openxmlformats.org/officeDocument/2006/relationships/image" Target="/ppt/media/image.png" Id="Rf369a3e4d89f4c0a" /><Relationship Type="http://schemas.openxmlformats.org/officeDocument/2006/relationships/notesSlide" Target="/ppt/notesSlides/notesSlide2.xml" Id="R13a194e4244848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85041081849f9" /><Relationship Type="http://schemas.openxmlformats.org/officeDocument/2006/relationships/image" Target="/ppt/media/image2.png" Id="R06b6e57087334d55" /><Relationship Type="http://schemas.openxmlformats.org/officeDocument/2006/relationships/image" Target="/ppt/media/image3.png" Id="Rc5ee8b96acfb4f4d" /><Relationship Type="http://schemas.openxmlformats.org/officeDocument/2006/relationships/notesSlide" Target="/ppt/notesSlides/notesSlide3.xml" Id="Rd503fdf50f364d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ae816d63f46ec" /><Relationship Type="http://schemas.openxmlformats.org/officeDocument/2006/relationships/image" Target="/ppt/media/image4.png" Id="R1f7405ee09e64108" /><Relationship Type="http://schemas.openxmlformats.org/officeDocument/2006/relationships/notesSlide" Target="/ppt/notesSlides/notesSlide4.xml" Id="R818f9927f8844b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6cc9fefb54f91" /><Relationship Type="http://schemas.openxmlformats.org/officeDocument/2006/relationships/image" Target="/ppt/media/image5.png" Id="R8ba4ea047a314a72" /><Relationship Type="http://schemas.openxmlformats.org/officeDocument/2006/relationships/image" Target="/ppt/media/image6.png" Id="Rbf0f2557f3c1463e" /><Relationship Type="http://schemas.openxmlformats.org/officeDocument/2006/relationships/hyperlink" Target="https://beauty-me-tashkent-demo.netlify.app/uz/" TargetMode="External" Id="Rd4ef1e2899c74ce9" /><Relationship Type="http://schemas.openxmlformats.org/officeDocument/2006/relationships/hyperlink" Target="https://beauty-me-tashkent-demo.netlify.app/admin/demo/" TargetMode="External" Id="R75819f61d42744e8" /><Relationship Type="http://schemas.openxmlformats.org/officeDocument/2006/relationships/notesSlide" Target="/ppt/notesSlides/notesSlide5.xml" Id="R6f348a59621141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B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3C3E0-FBD3-4EF5-B633-226E76F21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26ac59f4d4963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eauty Me">
            <a:extLst xmlns:a="http://schemas.openxmlformats.org/drawingml/2006/main">
              <a:ext uri="{FF2B5EF4-FFF2-40B4-BE49-F238E27FC236}">
                <a16:creationId xmlns:a16="http://schemas.microsoft.com/office/drawing/2014/main" id="{3C9FBEF4-4FEE-419C-8040-DEBA07BB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590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630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630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Beauty Me</a:t>
            </a:r>
          </a:p>
        </p:txBody>
      </p:sp>
      <p:sp>
        <p:nvSpPr>
          <p:cNvPr id="3" name="Salonning&#10;onlayn manzili">
            <a:extLst xmlns:a="http://schemas.openxmlformats.org/drawingml/2006/main">
              <a:ext uri="{FF2B5EF4-FFF2-40B4-BE49-F238E27FC236}">
                <a16:creationId xmlns:a16="http://schemas.microsoft.com/office/drawing/2014/main" id="{651A2F4C-1811-4810-B621-C411F42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5953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46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Salonning</a:t>
            </a:r>
          </a:p>
          <a:p xmlns:a="http://schemas.openxmlformats.org/drawingml/2006/main">
            <a:pPr algn="l">
              <a:defRPr sz="46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46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onlayn manzili</a:t>
            </a:r>
          </a:p>
        </p:txBody>
      </p:sp>
      <p:sp>
        <p:nvSpPr>
          <p:cNvPr id="4" name="Xizmatlarni ko‘rsatish va&#10;mijozga bog‘lanishni oso">
            <a:extLst xmlns:a="http://schemas.openxmlformats.org/drawingml/2006/main">
              <a:ext uri="{FF2B5EF4-FFF2-40B4-BE49-F238E27FC236}">
                <a16:creationId xmlns:a16="http://schemas.microsoft.com/office/drawing/2014/main" id="{E40BDBA5-8587-4930-8D53-D82CF83D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52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Xizmatlarni ko‘rsatish va</a:t>
            </a:r>
          </a:p>
          <a:p xmlns:a="http://schemas.openxmlformats.org/drawingml/2006/main">
            <a:pPr algn="l">
              <a:defRPr sz="202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mijozga bog‘lanishni osonlashtirish</a:t>
            </a:r>
          </a:p>
        </p:txBody>
      </p:sp>
      <p:sp>
        <p:nvSpPr>
          <p:cNvPr id="5" name="Veb sayt va admin panel taqdimoti">
            <a:extLst xmlns:a="http://schemas.openxmlformats.org/drawingml/2006/main">
              <a:ext uri="{FF2B5EF4-FFF2-40B4-BE49-F238E27FC236}">
                <a16:creationId xmlns:a16="http://schemas.microsoft.com/office/drawing/2014/main" id="{88AC37C7-48AF-4D30-B5F4-A1C0294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566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4EE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4EEE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EE6"/>
                </a:solidFill>
                <a:latin typeface="Arial"/>
                <a:ea typeface="Arial"/>
                <a:cs typeface="Arial"/>
              </a:rPr>
              <a:t>Veb sayt va admin panel taqdimoti</a:t>
            </a:r>
          </a:p>
        </p:txBody>
      </p:sp>
    </p:spTree>
    <p:extLst>
      <p:ext uri="{BB962C8B-B14F-4D97-AF65-F5344CB8AC3E}">
        <p14:creationId xmlns:p14="http://schemas.microsoft.com/office/powerpoint/2010/main" val="303093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znesga foydasi">
            <a:extLst xmlns:a="http://schemas.openxmlformats.org/drawingml/2006/main">
              <a:ext uri="{FF2B5EF4-FFF2-40B4-BE49-F238E27FC236}">
                <a16:creationId xmlns:a16="http://schemas.microsoft.com/office/drawing/2014/main" id="{402495CE-CE89-4C95-A64D-AE15286B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9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9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Biznesga foydasi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AD2B5816-E361-414C-809E-80CAF583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Ko‘proq ishonch">
            <a:extLst xmlns:a="http://schemas.openxmlformats.org/drawingml/2006/main">
              <a:ext uri="{FF2B5EF4-FFF2-40B4-BE49-F238E27FC236}">
                <a16:creationId xmlns:a16="http://schemas.microsoft.com/office/drawing/2014/main" id="{2C037A25-52F8-427D-8DA5-8969D70D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240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Ko‘proq ishonch</a:t>
            </a:r>
          </a:p>
        </p:txBody>
      </p:sp>
      <p:sp>
        <p:nvSpPr>
          <p:cNvPr id="4" name="Salonning haqiqiy ishlari va xizmatlari&#10;mijozga ta">
            <a:extLst xmlns:a="http://schemas.openxmlformats.org/drawingml/2006/main">
              <a:ext uri="{FF2B5EF4-FFF2-40B4-BE49-F238E27FC236}">
                <a16:creationId xmlns:a16="http://schemas.microsoft.com/office/drawing/2014/main" id="{005D603B-23B1-4A6A-806F-8943C027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240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Salonning haqiqiy ishlari va xizmatlari</a:t>
            </a:r>
          </a:p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mijozga tanlashda yordam beradi.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64E696CD-3513-4711-9FFA-1A48DEEE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Yozilish osonroq">
            <a:extLst xmlns:a="http://schemas.openxmlformats.org/drawingml/2006/main">
              <a:ext uri="{FF2B5EF4-FFF2-40B4-BE49-F238E27FC236}">
                <a16:creationId xmlns:a16="http://schemas.microsoft.com/office/drawing/2014/main" id="{158C8CDB-A90D-47A0-9DBB-4859F8D5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432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Yozilish osonroq</a:t>
            </a:r>
          </a:p>
        </p:txBody>
      </p:sp>
      <p:sp>
        <p:nvSpPr>
          <p:cNvPr id="7" name="Xizmatni tanlash, Telegram yoki&#10;telefon orqali bog">
            <a:extLst xmlns:a="http://schemas.openxmlformats.org/drawingml/2006/main">
              <a:ext uri="{FF2B5EF4-FFF2-40B4-BE49-F238E27FC236}">
                <a16:creationId xmlns:a16="http://schemas.microsoft.com/office/drawing/2014/main" id="{A3BBDB18-5C32-4586-AEE5-8409CA4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Xizmatni tanlash, Telegram yoki</a:t>
            </a:r>
          </a:p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telefon orqali bog‘lanish bir joyda.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A23E4A9A-90F7-47A9-990F-4A21E6D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Kamroq takroriy savol">
            <a:extLst xmlns:a="http://schemas.openxmlformats.org/drawingml/2006/main">
              <a:ext uri="{FF2B5EF4-FFF2-40B4-BE49-F238E27FC236}">
                <a16:creationId xmlns:a16="http://schemas.microsoft.com/office/drawing/2014/main" id="{F7D06B0E-CC02-40E8-BEC9-807F6B1A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624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Kamroq takroriy savol</a:t>
            </a:r>
          </a:p>
        </p:txBody>
      </p:sp>
      <p:sp>
        <p:nvSpPr>
          <p:cNvPr id="10" name="Xizmatlar, manzil va aloqa ma’lumotini&#10;mijoz saytn">
            <a:extLst xmlns:a="http://schemas.openxmlformats.org/drawingml/2006/main">
              <a:ext uri="{FF2B5EF4-FFF2-40B4-BE49-F238E27FC236}">
                <a16:creationId xmlns:a16="http://schemas.microsoft.com/office/drawing/2014/main" id="{DC9F8EB4-058D-492E-AC2E-F8BB9842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624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Xizmatlar, manzil va aloqa ma’lumotini</a:t>
            </a:r>
          </a:p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 saytning o‘zida ko‘radi.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E31F9440-3B36-42E7-8419-306E30F5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Reklama uchun bitta havola">
            <a:extLst xmlns:a="http://schemas.openxmlformats.org/drawingml/2006/main">
              <a:ext uri="{FF2B5EF4-FFF2-40B4-BE49-F238E27FC236}">
                <a16:creationId xmlns:a16="http://schemas.microsoft.com/office/drawing/2014/main" id="{994E77F6-E828-48D5-8C36-E1432742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816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B182A"/>
                </a:solidFill>
                <a:latin typeface="Arial"/>
                <a:ea typeface="Arial"/>
                <a:cs typeface="Arial"/>
              </a:rPr>
              <a:t>Reklama uchun bitta havola</a:t>
            </a:r>
          </a:p>
        </p:txBody>
      </p:sp>
      <p:sp>
        <p:nvSpPr>
          <p:cNvPr id="13" name="Instagram bio, QR va reklama&#10;mijozni bir manzilga ">
            <a:extLst xmlns:a="http://schemas.openxmlformats.org/drawingml/2006/main">
              <a:ext uri="{FF2B5EF4-FFF2-40B4-BE49-F238E27FC236}">
                <a16:creationId xmlns:a16="http://schemas.microsoft.com/office/drawing/2014/main" id="{3B6AA9C8-B6E6-47F4-A041-C3E4123F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81650"/>
            <a:ext cx="4324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Instagram bio, QR va reklama</a:t>
            </a:r>
          </a:p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mijozni bir manzilga olib keladi.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D01E6-0A47-46AB-870F-87740253C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9a3e4d89f4c0a"/>
          <a:stretch xmlns:a="http://schemas.openxmlformats.org/drawingml/2006/main"/>
        </p:blipFill>
        <p:spPr>
          <a:xfrm xmlns:a="http://schemas.openxmlformats.org/drawingml/2006/main">
            <a:off x="5972281" y="1609725"/>
            <a:ext cx="5800513" cy="3838575"/>
          </a:xfrm>
          <a:prstGeom xmlns:a="http://schemas.openxmlformats.org/drawingml/2006/main" prst="rect">
            <a:avLst/>
          </a:prstGeom>
        </p:spPr>
      </p:pic>
      <p:sp>
        <p:nvSpPr>
          <p:cNvPr id="15" name="Beauty Me uslubiga mos ranglar,&#10;yirik suratlar va ">
            <a:extLst xmlns:a="http://schemas.openxmlformats.org/drawingml/2006/main">
              <a:ext uri="{FF2B5EF4-FFF2-40B4-BE49-F238E27FC236}">
                <a16:creationId xmlns:a16="http://schemas.microsoft.com/office/drawing/2014/main" id="{2C677095-FBC7-40BA-A8F0-4B4629A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521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Beauty Me uslubiga mos ranglar,</a:t>
            </a:r>
          </a:p>
          <a:p xmlns:a="http://schemas.openxmlformats.org/drawingml/2006/main">
            <a:pPr algn="l">
              <a:defRPr sz="1725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yirik suratlar va aniq yozilish tugmasi</a:t>
            </a:r>
          </a:p>
        </p:txBody>
      </p:sp>
    </p:spTree>
    <p:extLst>
      <p:ext uri="{BB962C8B-B14F-4D97-AF65-F5344CB8AC3E}">
        <p14:creationId xmlns:p14="http://schemas.microsoft.com/office/powerpoint/2010/main" val="2391396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B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ijoz uchun qulay ko‘rinish">
            <a:extLst xmlns:a="http://schemas.openxmlformats.org/drawingml/2006/main">
              <a:ext uri="{FF2B5EF4-FFF2-40B4-BE49-F238E27FC236}">
                <a16:creationId xmlns:a16="http://schemas.microsoft.com/office/drawing/2014/main" id="{AA4063A0-93D2-4A49-BDC8-0B458A68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Mijoz uchun qulay ko‘rinish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CC6CB-70DB-4A3A-8078-822F48E2B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6e57087334d55"/>
          <a:stretch xmlns:a="http://schemas.openxmlformats.org/drawingml/2006/main"/>
        </p:blipFill>
        <p:spPr>
          <a:xfrm xmlns:a="http://schemas.openxmlformats.org/drawingml/2006/main">
            <a:off x="609600" y="1467290"/>
            <a:ext cx="2200275" cy="4761621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CF594-1B71-4A05-922B-C471472FF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e8b96acfb4f4d"/>
          <a:stretch xmlns:a="http://schemas.openxmlformats.org/drawingml/2006/main"/>
        </p:blipFill>
        <p:spPr>
          <a:xfrm xmlns:a="http://schemas.openxmlformats.org/drawingml/2006/main">
            <a:off x="3067050" y="1467290"/>
            <a:ext cx="2200275" cy="4761621"/>
          </a:xfrm>
          <a:prstGeom xmlns:a="http://schemas.openxmlformats.org/drawingml/2006/main" prst="rect">
            <a:avLst/>
          </a:prstGeom>
        </p:spPr>
      </p:pic>
      <p:sp>
        <p:nvSpPr>
          <p:cNvPr id="4" name="6 xizmat yo‘nalishi">
            <a:extLst xmlns:a="http://schemas.openxmlformats.org/drawingml/2006/main">
              <a:ext uri="{FF2B5EF4-FFF2-40B4-BE49-F238E27FC236}">
                <a16:creationId xmlns:a16="http://schemas.microsoft.com/office/drawing/2014/main" id="{7D115E87-A42B-46E8-8AE3-E5D3E814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558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6 xizmat yo‘nalishi</a:t>
            </a:r>
          </a:p>
        </p:txBody>
      </p:sp>
      <p:sp>
        <p:nvSpPr>
          <p:cNvPr id="5" name="Soch, tirnoq, kosmetologiya, qosh va&#10;kiprik, makiy">
            <a:extLst xmlns:a="http://schemas.openxmlformats.org/drawingml/2006/main">
              <a:ext uri="{FF2B5EF4-FFF2-40B4-BE49-F238E27FC236}">
                <a16:creationId xmlns:a16="http://schemas.microsoft.com/office/drawing/2014/main" id="{E56F5956-DA17-4DA4-AA05-164AC636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Soch, tirnoq, kosmetologiya, qosh va</a:t>
            </a:r>
          </a:p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kiprik, makiyaj hamda massaj</a:t>
            </a:r>
          </a:p>
        </p:txBody>
      </p:sp>
      <p:sp>
        <p:nvSpPr>
          <p:cNvPr id="6" name="Haqiqiy ishlar galereyasi">
            <a:extLst xmlns:a="http://schemas.openxmlformats.org/drawingml/2006/main">
              <a:ext uri="{FF2B5EF4-FFF2-40B4-BE49-F238E27FC236}">
                <a16:creationId xmlns:a16="http://schemas.microsoft.com/office/drawing/2014/main" id="{A6DBA919-09FE-4866-87BE-590D3161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550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Haqiqiy ishlar galereyasi</a:t>
            </a:r>
          </a:p>
        </p:txBody>
      </p:sp>
      <p:sp>
        <p:nvSpPr>
          <p:cNvPr id="7" name="Filtrlar, suratni kattalashtirish,&#10;salon haqida va">
            <a:extLst xmlns:a="http://schemas.openxmlformats.org/drawingml/2006/main">
              <a:ext uri="{FF2B5EF4-FFF2-40B4-BE49-F238E27FC236}">
                <a16:creationId xmlns:a16="http://schemas.microsoft.com/office/drawing/2014/main" id="{EBCF1FEC-5529-47A4-97CC-D164FB89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546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Filtrlar, suratni kattalashtirish,</a:t>
            </a:r>
          </a:p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salon haqida va aloqa sahifalari</a:t>
            </a:r>
          </a:p>
        </p:txBody>
      </p:sp>
      <p:sp>
        <p:nvSpPr>
          <p:cNvPr id="8" name="Telefon va kompyuter uchun">
            <a:extLst xmlns:a="http://schemas.openxmlformats.org/drawingml/2006/main">
              <a:ext uri="{FF2B5EF4-FFF2-40B4-BE49-F238E27FC236}">
                <a16:creationId xmlns:a16="http://schemas.microsoft.com/office/drawing/2014/main" id="{4CCF5F09-C3B8-42E3-B000-E873279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247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4EEE6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F4EEE6"/>
                </a:solidFill>
                <a:latin typeface="Georgia"/>
                <a:ea typeface="Georgia"/>
                <a:cs typeface="Georgia"/>
              </a:rPr>
              <a:t>Telefon va kompyuter uchun</a:t>
            </a:r>
          </a:p>
        </p:txBody>
      </p:sp>
      <p:sp>
        <p:nvSpPr>
          <p:cNvPr id="9" name="UZ/RU tillari, ijodiy o‘tishlar,&#10;yozilish formasi ">
            <a:extLst xmlns:a="http://schemas.openxmlformats.org/drawingml/2006/main">
              <a:ext uri="{FF2B5EF4-FFF2-40B4-BE49-F238E27FC236}">
                <a16:creationId xmlns:a16="http://schemas.microsoft.com/office/drawing/2014/main" id="{F9906768-B194-4BEC-948A-7CD4542D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05400"/>
            <a:ext cx="5438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UZ/RU tillari, ijodiy o‘tishlar,</a:t>
            </a:r>
          </a:p>
          <a:p xmlns:a="http://schemas.openxmlformats.org/drawingml/2006/main">
            <a:pPr algn="l">
              <a:defRPr sz="1875" b="0">
                <a:solidFill>
                  <a:srgbClr val="DDBCA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BCAF"/>
                </a:solidFill>
                <a:latin typeface="Arial"/>
                <a:ea typeface="Arial"/>
                <a:cs typeface="Arial"/>
              </a:rPr>
              <a:t>yozilish formasi va Telegram havolasi</a:t>
            </a:r>
          </a:p>
        </p:txBody>
      </p:sp>
    </p:spTree>
    <p:extLst>
      <p:ext uri="{BB962C8B-B14F-4D97-AF65-F5344CB8AC3E}">
        <p14:creationId xmlns:p14="http://schemas.microsoft.com/office/powerpoint/2010/main" val="1858266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oshqaruv o‘z qo‘lingizda">
            <a:extLst xmlns:a="http://schemas.openxmlformats.org/drawingml/2006/main">
              <a:ext uri="{FF2B5EF4-FFF2-40B4-BE49-F238E27FC236}">
                <a16:creationId xmlns:a16="http://schemas.microsoft.com/office/drawing/2014/main" id="{830E70D4-2B7B-460D-A965-8EB7F37B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75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Boshqaruv o‘z qo‘lingizda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436E7-809B-4956-9DD7-58B3B93DD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405ee09e64108"/>
          <a:stretch xmlns:a="http://schemas.openxmlformats.org/drawingml/2006/main"/>
        </p:blipFill>
        <p:spPr>
          <a:xfrm xmlns:a="http://schemas.openxmlformats.org/drawingml/2006/main">
            <a:off x="592243" y="1609725"/>
            <a:ext cx="7311813" cy="4838700"/>
          </a:xfrm>
          <a:prstGeom xmlns:a="http://schemas.openxmlformats.org/drawingml/2006/main" prst="rect">
            <a:avLst/>
          </a:prstGeom>
        </p:spPr>
      </p:pic>
      <p:sp>
        <p:nvSpPr>
          <p:cNvPr id="3" name="Matn va rasmlar">
            <a:extLst xmlns:a="http://schemas.openxmlformats.org/drawingml/2006/main">
              <a:ext uri="{FF2B5EF4-FFF2-40B4-BE49-F238E27FC236}">
                <a16:creationId xmlns:a16="http://schemas.microsoft.com/office/drawing/2014/main" id="{73D55AB0-9AA3-4761-AB3A-B2191498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Matn va rasmlar</a:t>
            </a:r>
          </a:p>
        </p:txBody>
      </p:sp>
      <p:sp>
        <p:nvSpPr>
          <p:cNvPr id="4" name="Rasm yuklash, kesimini tanlash,&#10;xizmat va ma’lumot">
            <a:extLst xmlns:a="http://schemas.openxmlformats.org/drawingml/2006/main">
              <a:ext uri="{FF2B5EF4-FFF2-40B4-BE49-F238E27FC236}">
                <a16:creationId xmlns:a16="http://schemas.microsoft.com/office/drawing/2014/main" id="{2FF21483-EBFA-4FBD-9BE1-65A4F9CF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Rasm yuklash, kesimini tanlash,</a:t>
            </a:r>
          </a:p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xizmat va ma’lumotni yangilash</a:t>
            </a:r>
          </a:p>
        </p:txBody>
      </p:sp>
      <p:sp>
        <p:nvSpPr>
          <p:cNvPr id="5" name="Mijoz so‘rovlari">
            <a:extLst xmlns:a="http://schemas.openxmlformats.org/drawingml/2006/main">
              <a:ext uri="{FF2B5EF4-FFF2-40B4-BE49-F238E27FC236}">
                <a16:creationId xmlns:a16="http://schemas.microsoft.com/office/drawing/2014/main" id="{3A5366DC-7425-44E4-A04F-3B895C20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Mijoz so‘rovlari</a:t>
            </a:r>
          </a:p>
        </p:txBody>
      </p:sp>
      <p:sp>
        <p:nvSpPr>
          <p:cNvPr id="6" name="Holat, izoh, mas’ul xodim&#10;va CSV eksport">
            <a:extLst xmlns:a="http://schemas.openxmlformats.org/drawingml/2006/main">
              <a:ext uri="{FF2B5EF4-FFF2-40B4-BE49-F238E27FC236}">
                <a16:creationId xmlns:a16="http://schemas.microsoft.com/office/drawing/2014/main" id="{9F3F6074-0AC8-4B43-BF5E-0020AD7E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95675"/>
            <a:ext cx="327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Holat, izoh, mas’ul xodim</a:t>
            </a:r>
          </a:p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va CSV eksport</a:t>
            </a:r>
          </a:p>
        </p:txBody>
      </p:sp>
      <p:sp>
        <p:nvSpPr>
          <p:cNvPr id="7" name="Statistika va nazorat">
            <a:extLst xmlns:a="http://schemas.openxmlformats.org/drawingml/2006/main">
              <a:ext uri="{FF2B5EF4-FFF2-40B4-BE49-F238E27FC236}">
                <a16:creationId xmlns:a16="http://schemas.microsoft.com/office/drawing/2014/main" id="{4317B11D-AFB0-453D-B13C-F3F14B4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Statistika va nazorat</a:t>
            </a:r>
          </a:p>
        </p:txBody>
      </p:sp>
      <p:sp>
        <p:nvSpPr>
          <p:cNvPr id="8" name="Tashriflar, Telegram bosishlari,&#10;xodimlar va nashr">
            <a:extLst xmlns:a="http://schemas.openxmlformats.org/drawingml/2006/main">
              <a:ext uri="{FF2B5EF4-FFF2-40B4-BE49-F238E27FC236}">
                <a16:creationId xmlns:a16="http://schemas.microsoft.com/office/drawing/2014/main" id="{2F777B4C-EEAF-41DB-9CE4-45773F4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48225"/>
            <a:ext cx="329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Tashriflar, Telegram bosishlari,</a:t>
            </a:r>
          </a:p>
          <a:p xmlns:a="http://schemas.openxmlformats.org/drawingml/2006/main">
            <a:pPr algn="l">
              <a:defRPr sz="1650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xodimlar va nashrlar tarixi</a:t>
            </a:r>
          </a:p>
        </p:txBody>
      </p:sp>
      <p:sp>
        <p:nvSpPr>
          <p:cNvPr id="9" name="Demo: raqamlar namuna, tahrirlar brauzerda. Haqiqi">
            <a:extLst xmlns:a="http://schemas.openxmlformats.org/drawingml/2006/main">
              <a:ext uri="{FF2B5EF4-FFF2-40B4-BE49-F238E27FC236}">
                <a16:creationId xmlns:a16="http://schemas.microsoft.com/office/drawing/2014/main" id="{5CEC803D-082F-4D0D-98F4-638B9D86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10250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182A"/>
                </a:solidFill>
                <a:latin typeface="Arial"/>
                <a:ea typeface="Arial"/>
                <a:cs typeface="Arial"/>
              </a:rPr>
              <a:t>Demo: raqamlar namuna, tahrirlar brauzerda. Haqiqiy boshqaruv uchun baza ulanishi kerak.</a:t>
            </a:r>
          </a:p>
        </p:txBody>
      </p:sp>
    </p:spTree>
    <p:extLst>
      <p:ext uri="{BB962C8B-B14F-4D97-AF65-F5344CB8AC3E}">
        <p14:creationId xmlns:p14="http://schemas.microsoft.com/office/powerpoint/2010/main" val="99241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ayt va panelni sinab ko‘rish">
            <a:extLst xmlns:a="http://schemas.openxmlformats.org/drawingml/2006/main">
              <a:ext uri="{FF2B5EF4-FFF2-40B4-BE49-F238E27FC236}">
                <a16:creationId xmlns:a16="http://schemas.microsoft.com/office/drawing/2014/main" id="{9CFAC11C-9FF4-4E84-BD41-BFDAA23E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8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382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Sayt va panelni sinab ko‘rish</a:t>
            </a:r>
          </a:p>
        </p:txBody>
      </p:sp>
      <p:sp>
        <p:nvSpPr>
          <p:cNvPr id="2" name="QR kodni kamera bilan oching yoki havolani bosing">
            <a:extLst xmlns:a="http://schemas.openxmlformats.org/drawingml/2006/main">
              <a:ext uri="{FF2B5EF4-FFF2-40B4-BE49-F238E27FC236}">
                <a16:creationId xmlns:a16="http://schemas.microsoft.com/office/drawing/2014/main" id="{437CC583-FD93-4666-B617-F64B2F1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QR kodni kamera bilan oching yoki havolani bosing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7D744-1569-4016-BFFB-B082E4C94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4ea047a314a72"/>
          <a:stretch xmlns:a="http://schemas.openxmlformats.org/drawingml/2006/main"/>
        </p:blipFill>
        <p:spPr>
          <a:xfrm xmlns:a="http://schemas.openxmlformats.org/drawingml/2006/main">
            <a:off x="1428750" y="2143125"/>
            <a:ext cx="2476500" cy="2476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6D4DE-0595-461F-B746-B5EE6CED94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f2557f3c1463e"/>
          <a:stretch xmlns:a="http://schemas.openxmlformats.org/drawingml/2006/main"/>
        </p:blipFill>
        <p:spPr>
          <a:xfrm xmlns:a="http://schemas.openxmlformats.org/drawingml/2006/main">
            <a:off x="7448550" y="2143125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Mijoz uchun sayt">
            <a:extLst xmlns:a="http://schemas.openxmlformats.org/drawingml/2006/main">
              <a:ext uri="{FF2B5EF4-FFF2-40B4-BE49-F238E27FC236}">
                <a16:creationId xmlns:a16="http://schemas.microsoft.com/office/drawing/2014/main" id="{653AC33F-AAA1-4DB1-9261-B6F66849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Mijoz uchun sayt</a:t>
            </a:r>
          </a:p>
        </p:txBody>
      </p:sp>
      <p:sp>
        <p:nvSpPr>
          <p:cNvPr id="6" name="Admin demo">
            <a:extLst xmlns:a="http://schemas.openxmlformats.org/drawingml/2006/main">
              <a:ext uri="{FF2B5EF4-FFF2-40B4-BE49-F238E27FC236}">
                <a16:creationId xmlns:a16="http://schemas.microsoft.com/office/drawing/2014/main" id="{7EDCA0A6-80B5-48D9-93D5-E701A777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4B182A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4B182A"/>
                </a:solidFill>
                <a:latin typeface="Georgia"/>
                <a:ea typeface="Georgia"/>
                <a:cs typeface="Georgia"/>
              </a:rPr>
              <a:t>Admin demo</a:t>
            </a:r>
          </a:p>
        </p:txBody>
      </p:sp>
      <p:sp>
        <p:nvSpPr>
          <p:cNvPr id="7" name="beauty-me-tashkent-demo.netlify.app/uz/">
            <a:extLst xmlns:a="http://schemas.openxmlformats.org/drawingml/2006/main">
              <a:ext uri="{FF2B5EF4-FFF2-40B4-BE49-F238E27FC236}">
                <a16:creationId xmlns:a16="http://schemas.microsoft.com/office/drawing/2014/main" id="{B608F94A-9879-4DCF-8A40-65F94C9C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531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182A"/>
                </a:solidFill>
                <a:latin typeface="Arial"/>
                <a:ea typeface="Arial"/>
                <a:cs typeface="Arial"/>
                <a:hlinkClick xmlns:r="http://schemas.openxmlformats.org/officeDocument/2006/relationships" r:id="Rd4ef1e2899c74ce9"/>
              </a:rPr>
              <a:t>beauty-me-tashkent-demo.netlify.app/uz/</a:t>
            </a:r>
          </a:p>
        </p:txBody>
      </p:sp>
      <p:sp>
        <p:nvSpPr>
          <p:cNvPr id="8" name="beauty-me-tashkent-demo.netlify.app/admin/demo/">
            <a:extLst xmlns:a="http://schemas.openxmlformats.org/drawingml/2006/main">
              <a:ext uri="{FF2B5EF4-FFF2-40B4-BE49-F238E27FC236}">
                <a16:creationId xmlns:a16="http://schemas.microsoft.com/office/drawing/2014/main" id="{F4BDCF6A-DAC1-4CA3-85AD-5B8E619F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4B18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B182A"/>
                </a:solidFill>
                <a:latin typeface="Arial"/>
                <a:ea typeface="Arial"/>
                <a:cs typeface="Arial"/>
                <a:hlinkClick xmlns:r="http://schemas.openxmlformats.org/officeDocument/2006/relationships" r:id="R75819f61d42744e8"/>
              </a:rPr>
              <a:t>beauty-me-tashkent-demo.netlify.app/admin/demo/</a:t>
            </a:r>
          </a:p>
        </p:txBody>
      </p:sp>
      <p:sp>
        <p:nvSpPr>
          <p:cNvPr id="9" name="Admin parolsiz ochiladi. Namuna ma’lumotlarini tah">
            <a:extLst xmlns:a="http://schemas.openxmlformats.org/drawingml/2006/main">
              <a:ext uri="{FF2B5EF4-FFF2-40B4-BE49-F238E27FC236}">
                <a16:creationId xmlns:a16="http://schemas.microsoft.com/office/drawing/2014/main" id="{AC2F8955-A8C9-45CA-912E-49EA6CEE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5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656D"/>
                </a:solidFill>
                <a:latin typeface="Arial"/>
                <a:ea typeface="Arial"/>
                <a:cs typeface="Arial"/>
              </a:rPr>
              <a:t>Admin parolsiz ochiladi. Namuna ma’lumotlarini tahrirlab ko‘rishingiz mumkin.</a:t>
            </a:r>
          </a:p>
        </p:txBody>
      </p:sp>
    </p:spTree>
    <p:extLst>
      <p:ext uri="{BB962C8B-B14F-4D97-AF65-F5344CB8AC3E}">
        <p14:creationId xmlns:p14="http://schemas.microsoft.com/office/powerpoint/2010/main" val="1835613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2026-10-09T12:07:40.8570000Z</dcterms:created>
  <dcterms:modified xsi:type="dcterms:W3CDTF">2026-10-09T12:07:40.8570000Z</dcterms:modified>
</coreProperties>
</file>